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7"/>
  </p:normalViewPr>
  <p:slideViewPr>
    <p:cSldViewPr snapToGrid="0" snapToObjects="1">
      <p:cViewPr varScale="1">
        <p:scale>
          <a:sx n="108" d="100"/>
          <a:sy n="108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1865EC-6026-4591-9E27-FC0C28717C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B1EF2DE-8726-43FC-81FE-EADBDD7B8A85}">
      <dgm:prSet/>
      <dgm:spPr/>
      <dgm:t>
        <a:bodyPr/>
        <a:lstStyle/>
        <a:p>
          <a:r>
            <a:rPr lang="en-US"/>
            <a:t>Roles visualization plays: change over time, part–to–whole, distributions, group comparisons, relationships, geographic</a:t>
          </a:r>
        </a:p>
      </dgm:t>
    </dgm:pt>
    <dgm:pt modelId="{4C72ADA6-9657-4A3E-9270-3F9E78C6523D}" type="parTrans" cxnId="{1C9527A2-CB5B-4D19-B819-DF2B54A407A9}">
      <dgm:prSet/>
      <dgm:spPr/>
      <dgm:t>
        <a:bodyPr/>
        <a:lstStyle/>
        <a:p>
          <a:endParaRPr lang="en-US"/>
        </a:p>
      </dgm:t>
    </dgm:pt>
    <dgm:pt modelId="{D8696681-877B-4D17-9781-C2AB4A234354}" type="sibTrans" cxnId="{1C9527A2-CB5B-4D19-B819-DF2B54A407A9}">
      <dgm:prSet/>
      <dgm:spPr/>
      <dgm:t>
        <a:bodyPr/>
        <a:lstStyle/>
        <a:p>
          <a:endParaRPr lang="en-US"/>
        </a:p>
      </dgm:t>
    </dgm:pt>
    <dgm:pt modelId="{8D8FA9DC-C44F-4DA2-AF0A-E46B9780AB30}">
      <dgm:prSet/>
      <dgm:spPr/>
      <dgm:t>
        <a:bodyPr/>
        <a:lstStyle/>
        <a:p>
          <a:r>
            <a:rPr lang="en-US"/>
            <a:t>Choose chart by task and variable types (quantitative, categorical, temporal, geographic)</a:t>
          </a:r>
        </a:p>
      </dgm:t>
    </dgm:pt>
    <dgm:pt modelId="{3D6E91E6-DD7B-4439-899D-04FC1ECCF695}" type="parTrans" cxnId="{65209D2E-6DC9-4557-B24F-37C3ED6E8D2D}">
      <dgm:prSet/>
      <dgm:spPr/>
      <dgm:t>
        <a:bodyPr/>
        <a:lstStyle/>
        <a:p>
          <a:endParaRPr lang="en-US"/>
        </a:p>
      </dgm:t>
    </dgm:pt>
    <dgm:pt modelId="{B8BCD00E-24F6-4176-AE79-04D7A5F7B356}" type="sibTrans" cxnId="{65209D2E-6DC9-4557-B24F-37C3ED6E8D2D}">
      <dgm:prSet/>
      <dgm:spPr/>
      <dgm:t>
        <a:bodyPr/>
        <a:lstStyle/>
        <a:p>
          <a:endParaRPr lang="en-US"/>
        </a:p>
      </dgm:t>
    </dgm:pt>
    <dgm:pt modelId="{6B655991-02E6-4C69-A99D-DADD598AF2FA}">
      <dgm:prSet/>
      <dgm:spPr/>
      <dgm:t>
        <a:bodyPr/>
        <a:lstStyle/>
        <a:p>
          <a:r>
            <a:rPr lang="en-US"/>
            <a:t>Keep audience and perceptual encodings in mind (position &gt; length &gt; angle &gt; area &gt; color)</a:t>
          </a:r>
        </a:p>
      </dgm:t>
    </dgm:pt>
    <dgm:pt modelId="{ED7D7E50-8136-44BD-A935-4EFC27A223FC}" type="parTrans" cxnId="{1611C990-83DD-4014-82C1-A55144CFC51A}">
      <dgm:prSet/>
      <dgm:spPr/>
      <dgm:t>
        <a:bodyPr/>
        <a:lstStyle/>
        <a:p>
          <a:endParaRPr lang="en-US"/>
        </a:p>
      </dgm:t>
    </dgm:pt>
    <dgm:pt modelId="{83F54CCE-2A9A-4C98-928D-645BF4C2CFB6}" type="sibTrans" cxnId="{1611C990-83DD-4014-82C1-A55144CFC51A}">
      <dgm:prSet/>
      <dgm:spPr/>
      <dgm:t>
        <a:bodyPr/>
        <a:lstStyle/>
        <a:p>
          <a:endParaRPr lang="en-US"/>
        </a:p>
      </dgm:t>
    </dgm:pt>
    <dgm:pt modelId="{88343448-8952-4491-93CF-F0BEED253EB0}" type="pres">
      <dgm:prSet presAssocID="{401865EC-6026-4591-9E27-FC0C28717C83}" presName="root" presStyleCnt="0">
        <dgm:presLayoutVars>
          <dgm:dir/>
          <dgm:resizeHandles val="exact"/>
        </dgm:presLayoutVars>
      </dgm:prSet>
      <dgm:spPr/>
    </dgm:pt>
    <dgm:pt modelId="{69E6810C-5A94-4BD6-99E4-8A2BF5D4FF3D}" type="pres">
      <dgm:prSet presAssocID="{8B1EF2DE-8726-43FC-81FE-EADBDD7B8A85}" presName="compNode" presStyleCnt="0"/>
      <dgm:spPr/>
    </dgm:pt>
    <dgm:pt modelId="{B86F76BA-138F-4155-B47C-8677DB852FC2}" type="pres">
      <dgm:prSet presAssocID="{8B1EF2DE-8726-43FC-81FE-EADBDD7B8A85}" presName="bgRect" presStyleLbl="bgShp" presStyleIdx="0" presStyleCnt="3"/>
      <dgm:spPr/>
    </dgm:pt>
    <dgm:pt modelId="{10CE7ABD-3C80-4FA6-BFF9-686AE33ECCB9}" type="pres">
      <dgm:prSet presAssocID="{8B1EF2DE-8726-43FC-81FE-EADBDD7B8A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Org Chart"/>
        </a:ext>
      </dgm:extLst>
    </dgm:pt>
    <dgm:pt modelId="{73C92ED3-D0A2-4604-BA72-40D8BF952879}" type="pres">
      <dgm:prSet presAssocID="{8B1EF2DE-8726-43FC-81FE-EADBDD7B8A85}" presName="spaceRect" presStyleCnt="0"/>
      <dgm:spPr/>
    </dgm:pt>
    <dgm:pt modelId="{142A166A-A5EF-4E66-A6BD-7322F3441FB6}" type="pres">
      <dgm:prSet presAssocID="{8B1EF2DE-8726-43FC-81FE-EADBDD7B8A85}" presName="parTx" presStyleLbl="revTx" presStyleIdx="0" presStyleCnt="3">
        <dgm:presLayoutVars>
          <dgm:chMax val="0"/>
          <dgm:chPref val="0"/>
        </dgm:presLayoutVars>
      </dgm:prSet>
      <dgm:spPr/>
    </dgm:pt>
    <dgm:pt modelId="{6BE5CDEB-C753-4225-90C1-A2D96CFD3F8C}" type="pres">
      <dgm:prSet presAssocID="{D8696681-877B-4D17-9781-C2AB4A234354}" presName="sibTrans" presStyleCnt="0"/>
      <dgm:spPr/>
    </dgm:pt>
    <dgm:pt modelId="{4A98A04A-0167-4FDC-9863-A5A90E7DEF52}" type="pres">
      <dgm:prSet presAssocID="{8D8FA9DC-C44F-4DA2-AF0A-E46B9780AB30}" presName="compNode" presStyleCnt="0"/>
      <dgm:spPr/>
    </dgm:pt>
    <dgm:pt modelId="{69590B5E-2DA2-4033-9EFD-AE8C0EA6F32D}" type="pres">
      <dgm:prSet presAssocID="{8D8FA9DC-C44F-4DA2-AF0A-E46B9780AB30}" presName="bgRect" presStyleLbl="bgShp" presStyleIdx="1" presStyleCnt="3"/>
      <dgm:spPr/>
    </dgm:pt>
    <dgm:pt modelId="{24135FD7-5B58-4065-B23C-21F8050BCC8C}" type="pres">
      <dgm:prSet presAssocID="{8D8FA9DC-C44F-4DA2-AF0A-E46B9780AB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216C1E3-6A14-4DB8-9E6D-8BC968604F75}" type="pres">
      <dgm:prSet presAssocID="{8D8FA9DC-C44F-4DA2-AF0A-E46B9780AB30}" presName="spaceRect" presStyleCnt="0"/>
      <dgm:spPr/>
    </dgm:pt>
    <dgm:pt modelId="{71F43A54-2F0B-48DB-A4DB-CAE0B21B99CF}" type="pres">
      <dgm:prSet presAssocID="{8D8FA9DC-C44F-4DA2-AF0A-E46B9780AB30}" presName="parTx" presStyleLbl="revTx" presStyleIdx="1" presStyleCnt="3">
        <dgm:presLayoutVars>
          <dgm:chMax val="0"/>
          <dgm:chPref val="0"/>
        </dgm:presLayoutVars>
      </dgm:prSet>
      <dgm:spPr/>
    </dgm:pt>
    <dgm:pt modelId="{223DC0B4-8EDF-4B28-803D-EFC658F44017}" type="pres">
      <dgm:prSet presAssocID="{B8BCD00E-24F6-4176-AE79-04D7A5F7B356}" presName="sibTrans" presStyleCnt="0"/>
      <dgm:spPr/>
    </dgm:pt>
    <dgm:pt modelId="{BBE4869C-76AF-449A-87AE-8F22E6BABB23}" type="pres">
      <dgm:prSet presAssocID="{6B655991-02E6-4C69-A99D-DADD598AF2FA}" presName="compNode" presStyleCnt="0"/>
      <dgm:spPr/>
    </dgm:pt>
    <dgm:pt modelId="{37F9DC80-1D25-4D41-8D61-14E37D1A7DBB}" type="pres">
      <dgm:prSet presAssocID="{6B655991-02E6-4C69-A99D-DADD598AF2FA}" presName="bgRect" presStyleLbl="bgShp" presStyleIdx="2" presStyleCnt="3"/>
      <dgm:spPr/>
    </dgm:pt>
    <dgm:pt modelId="{73580398-51CD-427C-8A6F-38CED81D184F}" type="pres">
      <dgm:prSet presAssocID="{6B655991-02E6-4C69-A99D-DADD598AF2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D1AB1F63-80B3-4503-9EF8-1B60B914BA11}" type="pres">
      <dgm:prSet presAssocID="{6B655991-02E6-4C69-A99D-DADD598AF2FA}" presName="spaceRect" presStyleCnt="0"/>
      <dgm:spPr/>
    </dgm:pt>
    <dgm:pt modelId="{70E14056-EF83-43DA-ABAF-9B53A28E341B}" type="pres">
      <dgm:prSet presAssocID="{6B655991-02E6-4C69-A99D-DADD598AF2F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5209D2E-6DC9-4557-B24F-37C3ED6E8D2D}" srcId="{401865EC-6026-4591-9E27-FC0C28717C83}" destId="{8D8FA9DC-C44F-4DA2-AF0A-E46B9780AB30}" srcOrd="1" destOrd="0" parTransId="{3D6E91E6-DD7B-4439-899D-04FC1ECCF695}" sibTransId="{B8BCD00E-24F6-4176-AE79-04D7A5F7B356}"/>
    <dgm:cxn modelId="{9122B82F-291B-4FD9-8237-A81EA0CFD2B1}" type="presOf" srcId="{6B655991-02E6-4C69-A99D-DADD598AF2FA}" destId="{70E14056-EF83-43DA-ABAF-9B53A28E341B}" srcOrd="0" destOrd="0" presId="urn:microsoft.com/office/officeart/2018/2/layout/IconVerticalSolidList"/>
    <dgm:cxn modelId="{CAA0223A-1D66-4C86-8A7B-B854832400E9}" type="presOf" srcId="{8D8FA9DC-C44F-4DA2-AF0A-E46B9780AB30}" destId="{71F43A54-2F0B-48DB-A4DB-CAE0B21B99CF}" srcOrd="0" destOrd="0" presId="urn:microsoft.com/office/officeart/2018/2/layout/IconVerticalSolidList"/>
    <dgm:cxn modelId="{B4A9DE4C-8FD3-4C8F-8E31-8641B79BB73E}" type="presOf" srcId="{8B1EF2DE-8726-43FC-81FE-EADBDD7B8A85}" destId="{142A166A-A5EF-4E66-A6BD-7322F3441FB6}" srcOrd="0" destOrd="0" presId="urn:microsoft.com/office/officeart/2018/2/layout/IconVerticalSolidList"/>
    <dgm:cxn modelId="{1611C990-83DD-4014-82C1-A55144CFC51A}" srcId="{401865EC-6026-4591-9E27-FC0C28717C83}" destId="{6B655991-02E6-4C69-A99D-DADD598AF2FA}" srcOrd="2" destOrd="0" parTransId="{ED7D7E50-8136-44BD-A935-4EFC27A223FC}" sibTransId="{83F54CCE-2A9A-4C98-928D-645BF4C2CFB6}"/>
    <dgm:cxn modelId="{1C9527A2-CB5B-4D19-B819-DF2B54A407A9}" srcId="{401865EC-6026-4591-9E27-FC0C28717C83}" destId="{8B1EF2DE-8726-43FC-81FE-EADBDD7B8A85}" srcOrd="0" destOrd="0" parTransId="{4C72ADA6-9657-4A3E-9270-3F9E78C6523D}" sibTransId="{D8696681-877B-4D17-9781-C2AB4A234354}"/>
    <dgm:cxn modelId="{FABC79BA-158E-4FC5-8B95-6098937836BA}" type="presOf" srcId="{401865EC-6026-4591-9E27-FC0C28717C83}" destId="{88343448-8952-4491-93CF-F0BEED253EB0}" srcOrd="0" destOrd="0" presId="urn:microsoft.com/office/officeart/2018/2/layout/IconVerticalSolidList"/>
    <dgm:cxn modelId="{90B885A2-DC34-4DDA-AA2E-3A430E7FAA21}" type="presParOf" srcId="{88343448-8952-4491-93CF-F0BEED253EB0}" destId="{69E6810C-5A94-4BD6-99E4-8A2BF5D4FF3D}" srcOrd="0" destOrd="0" presId="urn:microsoft.com/office/officeart/2018/2/layout/IconVerticalSolidList"/>
    <dgm:cxn modelId="{D95E7190-E37E-4B8F-8204-FB4371458AA5}" type="presParOf" srcId="{69E6810C-5A94-4BD6-99E4-8A2BF5D4FF3D}" destId="{B86F76BA-138F-4155-B47C-8677DB852FC2}" srcOrd="0" destOrd="0" presId="urn:microsoft.com/office/officeart/2018/2/layout/IconVerticalSolidList"/>
    <dgm:cxn modelId="{E7788C9E-F821-488A-886E-414A2CBAF50B}" type="presParOf" srcId="{69E6810C-5A94-4BD6-99E4-8A2BF5D4FF3D}" destId="{10CE7ABD-3C80-4FA6-BFF9-686AE33ECCB9}" srcOrd="1" destOrd="0" presId="urn:microsoft.com/office/officeart/2018/2/layout/IconVerticalSolidList"/>
    <dgm:cxn modelId="{4A047D60-09ED-4FEF-AF1A-62780B19F46D}" type="presParOf" srcId="{69E6810C-5A94-4BD6-99E4-8A2BF5D4FF3D}" destId="{73C92ED3-D0A2-4604-BA72-40D8BF952879}" srcOrd="2" destOrd="0" presId="urn:microsoft.com/office/officeart/2018/2/layout/IconVerticalSolidList"/>
    <dgm:cxn modelId="{F51EF72F-3CCF-4A73-B385-7C11167A98A0}" type="presParOf" srcId="{69E6810C-5A94-4BD6-99E4-8A2BF5D4FF3D}" destId="{142A166A-A5EF-4E66-A6BD-7322F3441FB6}" srcOrd="3" destOrd="0" presId="urn:microsoft.com/office/officeart/2018/2/layout/IconVerticalSolidList"/>
    <dgm:cxn modelId="{436CB914-F898-47C9-9DAF-08A253F7C497}" type="presParOf" srcId="{88343448-8952-4491-93CF-F0BEED253EB0}" destId="{6BE5CDEB-C753-4225-90C1-A2D96CFD3F8C}" srcOrd="1" destOrd="0" presId="urn:microsoft.com/office/officeart/2018/2/layout/IconVerticalSolidList"/>
    <dgm:cxn modelId="{3944ED45-EDC2-4775-B9FC-DCFE8778A7EE}" type="presParOf" srcId="{88343448-8952-4491-93CF-F0BEED253EB0}" destId="{4A98A04A-0167-4FDC-9863-A5A90E7DEF52}" srcOrd="2" destOrd="0" presId="urn:microsoft.com/office/officeart/2018/2/layout/IconVerticalSolidList"/>
    <dgm:cxn modelId="{BF6E9C9C-3968-4C7B-9139-7696D47CD26B}" type="presParOf" srcId="{4A98A04A-0167-4FDC-9863-A5A90E7DEF52}" destId="{69590B5E-2DA2-4033-9EFD-AE8C0EA6F32D}" srcOrd="0" destOrd="0" presId="urn:microsoft.com/office/officeart/2018/2/layout/IconVerticalSolidList"/>
    <dgm:cxn modelId="{4013A582-62D3-4A7C-BFB2-8F3699E59303}" type="presParOf" srcId="{4A98A04A-0167-4FDC-9863-A5A90E7DEF52}" destId="{24135FD7-5B58-4065-B23C-21F8050BCC8C}" srcOrd="1" destOrd="0" presId="urn:microsoft.com/office/officeart/2018/2/layout/IconVerticalSolidList"/>
    <dgm:cxn modelId="{E9758A6D-9163-4249-8D28-9B8406C14A51}" type="presParOf" srcId="{4A98A04A-0167-4FDC-9863-A5A90E7DEF52}" destId="{6216C1E3-6A14-4DB8-9E6D-8BC968604F75}" srcOrd="2" destOrd="0" presId="urn:microsoft.com/office/officeart/2018/2/layout/IconVerticalSolidList"/>
    <dgm:cxn modelId="{9866459F-0DBD-4EB1-A83D-F64A42C23951}" type="presParOf" srcId="{4A98A04A-0167-4FDC-9863-A5A90E7DEF52}" destId="{71F43A54-2F0B-48DB-A4DB-CAE0B21B99CF}" srcOrd="3" destOrd="0" presId="urn:microsoft.com/office/officeart/2018/2/layout/IconVerticalSolidList"/>
    <dgm:cxn modelId="{EDD7C870-C0A1-4C89-BAE5-FD25F2853BED}" type="presParOf" srcId="{88343448-8952-4491-93CF-F0BEED253EB0}" destId="{223DC0B4-8EDF-4B28-803D-EFC658F44017}" srcOrd="3" destOrd="0" presId="urn:microsoft.com/office/officeart/2018/2/layout/IconVerticalSolidList"/>
    <dgm:cxn modelId="{EC224A73-C99A-46E6-8FDD-0C1B172A2447}" type="presParOf" srcId="{88343448-8952-4491-93CF-F0BEED253EB0}" destId="{BBE4869C-76AF-449A-87AE-8F22E6BABB23}" srcOrd="4" destOrd="0" presId="urn:microsoft.com/office/officeart/2018/2/layout/IconVerticalSolidList"/>
    <dgm:cxn modelId="{BD2A5729-4B40-4950-B661-6DFFB6C9A532}" type="presParOf" srcId="{BBE4869C-76AF-449A-87AE-8F22E6BABB23}" destId="{37F9DC80-1D25-4D41-8D61-14E37D1A7DBB}" srcOrd="0" destOrd="0" presId="urn:microsoft.com/office/officeart/2018/2/layout/IconVerticalSolidList"/>
    <dgm:cxn modelId="{A5DE4B40-F2C3-42DC-83D6-FECD3315A4B9}" type="presParOf" srcId="{BBE4869C-76AF-449A-87AE-8F22E6BABB23}" destId="{73580398-51CD-427C-8A6F-38CED81D184F}" srcOrd="1" destOrd="0" presId="urn:microsoft.com/office/officeart/2018/2/layout/IconVerticalSolidList"/>
    <dgm:cxn modelId="{896B7F1D-4AF1-437A-A020-247E6FD2425A}" type="presParOf" srcId="{BBE4869C-76AF-449A-87AE-8F22E6BABB23}" destId="{D1AB1F63-80B3-4503-9EF8-1B60B914BA11}" srcOrd="2" destOrd="0" presId="urn:microsoft.com/office/officeart/2018/2/layout/IconVerticalSolidList"/>
    <dgm:cxn modelId="{824E3BEA-CE7E-4015-B9D8-D30F74CFBC32}" type="presParOf" srcId="{BBE4869C-76AF-449A-87AE-8F22E6BABB23}" destId="{70E14056-EF83-43DA-ABAF-9B53A28E34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DF3D05-2A6F-4F14-8A04-5B8140C795D7}" type="doc">
      <dgm:prSet loTypeId="urn:microsoft.com/office/officeart/2005/8/layout/defaul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95035859-400D-44D0-B42D-2AEDC2EB584F}">
      <dgm:prSet/>
      <dgm:spPr/>
      <dgm:t>
        <a:bodyPr/>
        <a:lstStyle/>
        <a:p>
          <a:r>
            <a:rPr lang="en-US"/>
            <a:t>Line: trends over time (continuous)</a:t>
          </a:r>
        </a:p>
      </dgm:t>
    </dgm:pt>
    <dgm:pt modelId="{843DEEFB-65FD-4212-AA9F-838D63B2C795}" type="parTrans" cxnId="{AC6CCA37-B81B-4FD8-BA5D-AB3F08ADF56D}">
      <dgm:prSet/>
      <dgm:spPr/>
      <dgm:t>
        <a:bodyPr/>
        <a:lstStyle/>
        <a:p>
          <a:endParaRPr lang="en-US"/>
        </a:p>
      </dgm:t>
    </dgm:pt>
    <dgm:pt modelId="{5782D9CB-1391-4E03-882D-46CE6A306E59}" type="sibTrans" cxnId="{AC6CCA37-B81B-4FD8-BA5D-AB3F08ADF56D}">
      <dgm:prSet/>
      <dgm:spPr/>
      <dgm:t>
        <a:bodyPr/>
        <a:lstStyle/>
        <a:p>
          <a:endParaRPr lang="en-US"/>
        </a:p>
      </dgm:t>
    </dgm:pt>
    <dgm:pt modelId="{92C005AA-F789-4D6C-8BFD-6BD517690F60}">
      <dgm:prSet/>
      <dgm:spPr/>
      <dgm:t>
        <a:bodyPr/>
        <a:lstStyle/>
        <a:p>
          <a:r>
            <a:rPr lang="en-US"/>
            <a:t>Bar: compare categories; Grouped/Stacked for subgroups/composition</a:t>
          </a:r>
        </a:p>
      </dgm:t>
    </dgm:pt>
    <dgm:pt modelId="{712F7647-9906-4D52-91EB-D68729670377}" type="parTrans" cxnId="{B854AF6B-7615-49B7-BF98-1949D0D7FE8D}">
      <dgm:prSet/>
      <dgm:spPr/>
      <dgm:t>
        <a:bodyPr/>
        <a:lstStyle/>
        <a:p>
          <a:endParaRPr lang="en-US"/>
        </a:p>
      </dgm:t>
    </dgm:pt>
    <dgm:pt modelId="{72519633-DEEB-404C-B737-7D4946FC8B8E}" type="sibTrans" cxnId="{B854AF6B-7615-49B7-BF98-1949D0D7FE8D}">
      <dgm:prSet/>
      <dgm:spPr/>
      <dgm:t>
        <a:bodyPr/>
        <a:lstStyle/>
        <a:p>
          <a:endParaRPr lang="en-US"/>
        </a:p>
      </dgm:t>
    </dgm:pt>
    <dgm:pt modelId="{A842D35B-F31F-4829-AB72-031250772690}">
      <dgm:prSet/>
      <dgm:spPr/>
      <dgm:t>
        <a:bodyPr/>
        <a:lstStyle/>
        <a:p>
          <a:r>
            <a:rPr lang="en-US"/>
            <a:t>Histogram/Density: numeric distribution</a:t>
          </a:r>
        </a:p>
      </dgm:t>
    </dgm:pt>
    <dgm:pt modelId="{2EADB0D4-1DA2-4834-8BBC-D2DA91C7EB5C}" type="parTrans" cxnId="{7E17B882-6F15-4E22-8BD6-2F79CC8AE702}">
      <dgm:prSet/>
      <dgm:spPr/>
      <dgm:t>
        <a:bodyPr/>
        <a:lstStyle/>
        <a:p>
          <a:endParaRPr lang="en-US"/>
        </a:p>
      </dgm:t>
    </dgm:pt>
    <dgm:pt modelId="{1BE0BAC2-5B42-4E7F-A00C-2524D0DAB555}" type="sibTrans" cxnId="{7E17B882-6F15-4E22-8BD6-2F79CC8AE702}">
      <dgm:prSet/>
      <dgm:spPr/>
      <dgm:t>
        <a:bodyPr/>
        <a:lstStyle/>
        <a:p>
          <a:endParaRPr lang="en-US"/>
        </a:p>
      </dgm:t>
    </dgm:pt>
    <dgm:pt modelId="{C31649E0-5BFC-4E18-994A-ADC832824A30}">
      <dgm:prSet/>
      <dgm:spPr/>
      <dgm:t>
        <a:bodyPr/>
        <a:lstStyle/>
        <a:p>
          <a:r>
            <a:rPr lang="en-US"/>
            <a:t>Box/Violin: compare distributions across groups</a:t>
          </a:r>
        </a:p>
      </dgm:t>
    </dgm:pt>
    <dgm:pt modelId="{985D490B-F3C0-42CA-8784-B3FCDA01B96F}" type="parTrans" cxnId="{F01C924B-97FD-4346-80ED-17EB9BF61A84}">
      <dgm:prSet/>
      <dgm:spPr/>
      <dgm:t>
        <a:bodyPr/>
        <a:lstStyle/>
        <a:p>
          <a:endParaRPr lang="en-US"/>
        </a:p>
      </dgm:t>
    </dgm:pt>
    <dgm:pt modelId="{913BFAD0-345A-4778-9345-EEB15B510C81}" type="sibTrans" cxnId="{F01C924B-97FD-4346-80ED-17EB9BF61A84}">
      <dgm:prSet/>
      <dgm:spPr/>
      <dgm:t>
        <a:bodyPr/>
        <a:lstStyle/>
        <a:p>
          <a:endParaRPr lang="en-US"/>
        </a:p>
      </dgm:t>
    </dgm:pt>
    <dgm:pt modelId="{550235DB-FFE4-4072-BEA9-F0FD779DEFA3}">
      <dgm:prSet/>
      <dgm:spPr/>
      <dgm:t>
        <a:bodyPr/>
        <a:lstStyle/>
        <a:p>
          <a:r>
            <a:rPr lang="en-US"/>
            <a:t>Scatter/Heatmap: relationships; Choropleth: geographic</a:t>
          </a:r>
        </a:p>
      </dgm:t>
    </dgm:pt>
    <dgm:pt modelId="{05B7DA34-7D38-41F6-8351-88E5CEBCCC01}" type="parTrans" cxnId="{30D0C332-E895-4A57-B66E-A87AAE47C904}">
      <dgm:prSet/>
      <dgm:spPr/>
      <dgm:t>
        <a:bodyPr/>
        <a:lstStyle/>
        <a:p>
          <a:endParaRPr lang="en-US"/>
        </a:p>
      </dgm:t>
    </dgm:pt>
    <dgm:pt modelId="{6C7FEEF5-50F2-4215-969D-DA7700F98EB2}" type="sibTrans" cxnId="{30D0C332-E895-4A57-B66E-A87AAE47C904}">
      <dgm:prSet/>
      <dgm:spPr/>
      <dgm:t>
        <a:bodyPr/>
        <a:lstStyle/>
        <a:p>
          <a:endParaRPr lang="en-US"/>
        </a:p>
      </dgm:t>
    </dgm:pt>
    <dgm:pt modelId="{0D452F8B-887B-904F-9CA4-88B152943272}" type="pres">
      <dgm:prSet presAssocID="{E2DF3D05-2A6F-4F14-8A04-5B8140C795D7}" presName="diagram" presStyleCnt="0">
        <dgm:presLayoutVars>
          <dgm:dir/>
          <dgm:resizeHandles val="exact"/>
        </dgm:presLayoutVars>
      </dgm:prSet>
      <dgm:spPr/>
    </dgm:pt>
    <dgm:pt modelId="{A7E99B29-0767-2E41-84FB-08C804701F4D}" type="pres">
      <dgm:prSet presAssocID="{95035859-400D-44D0-B42D-2AEDC2EB584F}" presName="node" presStyleLbl="node1" presStyleIdx="0" presStyleCnt="5">
        <dgm:presLayoutVars>
          <dgm:bulletEnabled val="1"/>
        </dgm:presLayoutVars>
      </dgm:prSet>
      <dgm:spPr/>
    </dgm:pt>
    <dgm:pt modelId="{AEB45B59-544C-4548-87F6-0DA7D7270A93}" type="pres">
      <dgm:prSet presAssocID="{5782D9CB-1391-4E03-882D-46CE6A306E59}" presName="sibTrans" presStyleCnt="0"/>
      <dgm:spPr/>
    </dgm:pt>
    <dgm:pt modelId="{5D9E38D8-D52B-EF4D-9AE5-A82C074E3FBC}" type="pres">
      <dgm:prSet presAssocID="{92C005AA-F789-4D6C-8BFD-6BD517690F60}" presName="node" presStyleLbl="node1" presStyleIdx="1" presStyleCnt="5">
        <dgm:presLayoutVars>
          <dgm:bulletEnabled val="1"/>
        </dgm:presLayoutVars>
      </dgm:prSet>
      <dgm:spPr/>
    </dgm:pt>
    <dgm:pt modelId="{34F6531D-ACC6-714A-9DFC-0331CBA1ED9E}" type="pres">
      <dgm:prSet presAssocID="{72519633-DEEB-404C-B737-7D4946FC8B8E}" presName="sibTrans" presStyleCnt="0"/>
      <dgm:spPr/>
    </dgm:pt>
    <dgm:pt modelId="{F8A79E3F-73FC-BC44-B569-D0E6B05AE7A5}" type="pres">
      <dgm:prSet presAssocID="{A842D35B-F31F-4829-AB72-031250772690}" presName="node" presStyleLbl="node1" presStyleIdx="2" presStyleCnt="5">
        <dgm:presLayoutVars>
          <dgm:bulletEnabled val="1"/>
        </dgm:presLayoutVars>
      </dgm:prSet>
      <dgm:spPr/>
    </dgm:pt>
    <dgm:pt modelId="{59405466-ECAC-6540-A979-87EE50CD00AE}" type="pres">
      <dgm:prSet presAssocID="{1BE0BAC2-5B42-4E7F-A00C-2524D0DAB555}" presName="sibTrans" presStyleCnt="0"/>
      <dgm:spPr/>
    </dgm:pt>
    <dgm:pt modelId="{5D4AAE28-880B-064B-8CA4-C8453A1421A3}" type="pres">
      <dgm:prSet presAssocID="{C31649E0-5BFC-4E18-994A-ADC832824A30}" presName="node" presStyleLbl="node1" presStyleIdx="3" presStyleCnt="5">
        <dgm:presLayoutVars>
          <dgm:bulletEnabled val="1"/>
        </dgm:presLayoutVars>
      </dgm:prSet>
      <dgm:spPr/>
    </dgm:pt>
    <dgm:pt modelId="{33F5A718-1399-CC4E-8668-A6F30C20FD4C}" type="pres">
      <dgm:prSet presAssocID="{913BFAD0-345A-4778-9345-EEB15B510C81}" presName="sibTrans" presStyleCnt="0"/>
      <dgm:spPr/>
    </dgm:pt>
    <dgm:pt modelId="{252B033D-20DB-E74C-B681-9343032E8045}" type="pres">
      <dgm:prSet presAssocID="{550235DB-FFE4-4072-BEA9-F0FD779DEFA3}" presName="node" presStyleLbl="node1" presStyleIdx="4" presStyleCnt="5">
        <dgm:presLayoutVars>
          <dgm:bulletEnabled val="1"/>
        </dgm:presLayoutVars>
      </dgm:prSet>
      <dgm:spPr/>
    </dgm:pt>
  </dgm:ptLst>
  <dgm:cxnLst>
    <dgm:cxn modelId="{809DE109-4E27-F042-890F-820E612322CC}" type="presOf" srcId="{95035859-400D-44D0-B42D-2AEDC2EB584F}" destId="{A7E99B29-0767-2E41-84FB-08C804701F4D}" srcOrd="0" destOrd="0" presId="urn:microsoft.com/office/officeart/2005/8/layout/default"/>
    <dgm:cxn modelId="{C5C23B2F-0AFC-1D4D-BE42-B21DA35E657E}" type="presOf" srcId="{E2DF3D05-2A6F-4F14-8A04-5B8140C795D7}" destId="{0D452F8B-887B-904F-9CA4-88B152943272}" srcOrd="0" destOrd="0" presId="urn:microsoft.com/office/officeart/2005/8/layout/default"/>
    <dgm:cxn modelId="{30D0C332-E895-4A57-B66E-A87AAE47C904}" srcId="{E2DF3D05-2A6F-4F14-8A04-5B8140C795D7}" destId="{550235DB-FFE4-4072-BEA9-F0FD779DEFA3}" srcOrd="4" destOrd="0" parTransId="{05B7DA34-7D38-41F6-8351-88E5CEBCCC01}" sibTransId="{6C7FEEF5-50F2-4215-969D-DA7700F98EB2}"/>
    <dgm:cxn modelId="{AC6CCA37-B81B-4FD8-BA5D-AB3F08ADF56D}" srcId="{E2DF3D05-2A6F-4F14-8A04-5B8140C795D7}" destId="{95035859-400D-44D0-B42D-2AEDC2EB584F}" srcOrd="0" destOrd="0" parTransId="{843DEEFB-65FD-4212-AA9F-838D63B2C795}" sibTransId="{5782D9CB-1391-4E03-882D-46CE6A306E59}"/>
    <dgm:cxn modelId="{F01C924B-97FD-4346-80ED-17EB9BF61A84}" srcId="{E2DF3D05-2A6F-4F14-8A04-5B8140C795D7}" destId="{C31649E0-5BFC-4E18-994A-ADC832824A30}" srcOrd="3" destOrd="0" parTransId="{985D490B-F3C0-42CA-8784-B3FCDA01B96F}" sibTransId="{913BFAD0-345A-4778-9345-EEB15B510C81}"/>
    <dgm:cxn modelId="{75BF4F4C-6E9F-F84F-ACFA-800CF4AF07D2}" type="presOf" srcId="{92C005AA-F789-4D6C-8BFD-6BD517690F60}" destId="{5D9E38D8-D52B-EF4D-9AE5-A82C074E3FBC}" srcOrd="0" destOrd="0" presId="urn:microsoft.com/office/officeart/2005/8/layout/default"/>
    <dgm:cxn modelId="{3533E55A-643E-634D-B67F-D2DFA4DD17BC}" type="presOf" srcId="{C31649E0-5BFC-4E18-994A-ADC832824A30}" destId="{5D4AAE28-880B-064B-8CA4-C8453A1421A3}" srcOrd="0" destOrd="0" presId="urn:microsoft.com/office/officeart/2005/8/layout/default"/>
    <dgm:cxn modelId="{17B0435F-EFAE-2C45-9428-62E338C1F167}" type="presOf" srcId="{550235DB-FFE4-4072-BEA9-F0FD779DEFA3}" destId="{252B033D-20DB-E74C-B681-9343032E8045}" srcOrd="0" destOrd="0" presId="urn:microsoft.com/office/officeart/2005/8/layout/default"/>
    <dgm:cxn modelId="{B854AF6B-7615-49B7-BF98-1949D0D7FE8D}" srcId="{E2DF3D05-2A6F-4F14-8A04-5B8140C795D7}" destId="{92C005AA-F789-4D6C-8BFD-6BD517690F60}" srcOrd="1" destOrd="0" parTransId="{712F7647-9906-4D52-91EB-D68729670377}" sibTransId="{72519633-DEEB-404C-B737-7D4946FC8B8E}"/>
    <dgm:cxn modelId="{F08D1170-9D53-9047-A89D-CC4B23AFA20C}" type="presOf" srcId="{A842D35B-F31F-4829-AB72-031250772690}" destId="{F8A79E3F-73FC-BC44-B569-D0E6B05AE7A5}" srcOrd="0" destOrd="0" presId="urn:microsoft.com/office/officeart/2005/8/layout/default"/>
    <dgm:cxn modelId="{7E17B882-6F15-4E22-8BD6-2F79CC8AE702}" srcId="{E2DF3D05-2A6F-4F14-8A04-5B8140C795D7}" destId="{A842D35B-F31F-4829-AB72-031250772690}" srcOrd="2" destOrd="0" parTransId="{2EADB0D4-1DA2-4834-8BBC-D2DA91C7EB5C}" sibTransId="{1BE0BAC2-5B42-4E7F-A00C-2524D0DAB555}"/>
    <dgm:cxn modelId="{8990CFBF-B580-4A4E-AF84-CF4142D1944C}" type="presParOf" srcId="{0D452F8B-887B-904F-9CA4-88B152943272}" destId="{A7E99B29-0767-2E41-84FB-08C804701F4D}" srcOrd="0" destOrd="0" presId="urn:microsoft.com/office/officeart/2005/8/layout/default"/>
    <dgm:cxn modelId="{F7A2A531-7F98-E64B-B90E-723FA766E99F}" type="presParOf" srcId="{0D452F8B-887B-904F-9CA4-88B152943272}" destId="{AEB45B59-544C-4548-87F6-0DA7D7270A93}" srcOrd="1" destOrd="0" presId="urn:microsoft.com/office/officeart/2005/8/layout/default"/>
    <dgm:cxn modelId="{8899D7D3-7E5C-824D-BF6E-041797B4A5DB}" type="presParOf" srcId="{0D452F8B-887B-904F-9CA4-88B152943272}" destId="{5D9E38D8-D52B-EF4D-9AE5-A82C074E3FBC}" srcOrd="2" destOrd="0" presId="urn:microsoft.com/office/officeart/2005/8/layout/default"/>
    <dgm:cxn modelId="{EAB7F9D3-869D-1A43-B056-483026E17A62}" type="presParOf" srcId="{0D452F8B-887B-904F-9CA4-88B152943272}" destId="{34F6531D-ACC6-714A-9DFC-0331CBA1ED9E}" srcOrd="3" destOrd="0" presId="urn:microsoft.com/office/officeart/2005/8/layout/default"/>
    <dgm:cxn modelId="{A065311A-90C0-E142-B154-7208320E3D0E}" type="presParOf" srcId="{0D452F8B-887B-904F-9CA4-88B152943272}" destId="{F8A79E3F-73FC-BC44-B569-D0E6B05AE7A5}" srcOrd="4" destOrd="0" presId="urn:microsoft.com/office/officeart/2005/8/layout/default"/>
    <dgm:cxn modelId="{4899700C-D04E-AA4B-843F-544D69DF57A8}" type="presParOf" srcId="{0D452F8B-887B-904F-9CA4-88B152943272}" destId="{59405466-ECAC-6540-A979-87EE50CD00AE}" srcOrd="5" destOrd="0" presId="urn:microsoft.com/office/officeart/2005/8/layout/default"/>
    <dgm:cxn modelId="{CC66FFA2-FE7C-6C49-BAE6-014A078544BC}" type="presParOf" srcId="{0D452F8B-887B-904F-9CA4-88B152943272}" destId="{5D4AAE28-880B-064B-8CA4-C8453A1421A3}" srcOrd="6" destOrd="0" presId="urn:microsoft.com/office/officeart/2005/8/layout/default"/>
    <dgm:cxn modelId="{DD6E4A0E-30C8-B04C-90A7-59EAAB40655C}" type="presParOf" srcId="{0D452F8B-887B-904F-9CA4-88B152943272}" destId="{33F5A718-1399-CC4E-8668-A6F30C20FD4C}" srcOrd="7" destOrd="0" presId="urn:microsoft.com/office/officeart/2005/8/layout/default"/>
    <dgm:cxn modelId="{22F565EE-FB18-2A49-94DF-632A49297130}" type="presParOf" srcId="{0D452F8B-887B-904F-9CA4-88B152943272}" destId="{252B033D-20DB-E74C-B681-9343032E804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B78A97-16C5-41AA-ADEF-8EC0B07EC17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6FABC59-1566-465F-A9ED-7F451DA289DF}">
      <dgm:prSet/>
      <dgm:spPr/>
      <dgm:t>
        <a:bodyPr/>
        <a:lstStyle/>
        <a:p>
          <a:r>
            <a:rPr lang="en-US"/>
            <a:t>Use the simplest chart that answers the question.</a:t>
          </a:r>
        </a:p>
      </dgm:t>
    </dgm:pt>
    <dgm:pt modelId="{82209651-5C37-4DB2-8A25-4DEA26A6E73E}" type="parTrans" cxnId="{A6F3062A-A810-44B1-AF87-F43A3280CFD2}">
      <dgm:prSet/>
      <dgm:spPr/>
      <dgm:t>
        <a:bodyPr/>
        <a:lstStyle/>
        <a:p>
          <a:endParaRPr lang="en-US"/>
        </a:p>
      </dgm:t>
    </dgm:pt>
    <dgm:pt modelId="{6500D19F-97C9-4E58-A5A8-8176C969CBC0}" type="sibTrans" cxnId="{A6F3062A-A810-44B1-AF87-F43A3280CFD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E5566C3-06F2-4A7B-854E-A0BBE332774D}">
      <dgm:prSet/>
      <dgm:spPr/>
      <dgm:t>
        <a:bodyPr/>
        <a:lstStyle/>
        <a:p>
          <a:r>
            <a:rPr lang="en-US"/>
            <a:t>Label axes, include units, clear title and short caption.</a:t>
          </a:r>
        </a:p>
      </dgm:t>
    </dgm:pt>
    <dgm:pt modelId="{A561D756-C7AA-42FB-926F-F59077773234}" type="parTrans" cxnId="{5730EC47-6270-4E0B-8B30-8A26DC93E491}">
      <dgm:prSet/>
      <dgm:spPr/>
      <dgm:t>
        <a:bodyPr/>
        <a:lstStyle/>
        <a:p>
          <a:endParaRPr lang="en-US"/>
        </a:p>
      </dgm:t>
    </dgm:pt>
    <dgm:pt modelId="{11042D49-A96F-45AE-BFD4-1E63947B7A7A}" type="sibTrans" cxnId="{5730EC47-6270-4E0B-8B30-8A26DC93E49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78D7503-5557-4943-9EB4-0FC699B316D2}">
      <dgm:prSet/>
      <dgm:spPr/>
      <dgm:t>
        <a:bodyPr/>
        <a:lstStyle/>
        <a:p>
          <a:r>
            <a:rPr lang="en-US"/>
            <a:t>Prefer position/length encodings; use color for grouping/annotation.</a:t>
          </a:r>
        </a:p>
      </dgm:t>
    </dgm:pt>
    <dgm:pt modelId="{1A2E4FC7-ED2B-4EC9-97F1-9932A0C97891}" type="parTrans" cxnId="{71DC42F7-BF68-4245-B6A8-88CC522F36AB}">
      <dgm:prSet/>
      <dgm:spPr/>
      <dgm:t>
        <a:bodyPr/>
        <a:lstStyle/>
        <a:p>
          <a:endParaRPr lang="en-US"/>
        </a:p>
      </dgm:t>
    </dgm:pt>
    <dgm:pt modelId="{241A542F-0D56-47F5-9E93-B3E2BC43BC4E}" type="sibTrans" cxnId="{71DC42F7-BF68-4245-B6A8-88CC522F36A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A476040-7B72-4DA1-BCDF-04D20320DA1D}">
      <dgm:prSet/>
      <dgm:spPr/>
      <dgm:t>
        <a:bodyPr/>
        <a:lstStyle/>
        <a:p>
          <a:r>
            <a:rPr lang="en-US"/>
            <a:t>Limit series; use small multiples. Provide accessible color palettes.</a:t>
          </a:r>
        </a:p>
      </dgm:t>
    </dgm:pt>
    <dgm:pt modelId="{0B5BC127-BA91-429E-9738-C0DB3B915ABD}" type="parTrans" cxnId="{D1A87BCF-13E4-4247-BDD0-9ACBE9F06FB7}">
      <dgm:prSet/>
      <dgm:spPr/>
      <dgm:t>
        <a:bodyPr/>
        <a:lstStyle/>
        <a:p>
          <a:endParaRPr lang="en-US"/>
        </a:p>
      </dgm:t>
    </dgm:pt>
    <dgm:pt modelId="{996843D4-9059-4E58-8AE5-B1EC10A57D0D}" type="sibTrans" cxnId="{D1A87BCF-13E4-4247-BDD0-9ACBE9F06FB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A7DA8F8-AE55-4801-B2B0-EF745EA9C3D5}">
      <dgm:prSet/>
      <dgm:spPr/>
      <dgm:t>
        <a:bodyPr/>
        <a:lstStyle/>
        <a:p>
          <a:r>
            <a:rPr lang="en-US"/>
            <a:t>Annotate key points; avoid unnecessary 3D effects.</a:t>
          </a:r>
        </a:p>
      </dgm:t>
    </dgm:pt>
    <dgm:pt modelId="{F7BA33EC-A96D-417A-B046-20A00CC9201E}" type="parTrans" cxnId="{3A299414-F0FE-488E-9083-C2EF7F1E5187}">
      <dgm:prSet/>
      <dgm:spPr/>
      <dgm:t>
        <a:bodyPr/>
        <a:lstStyle/>
        <a:p>
          <a:endParaRPr lang="en-US"/>
        </a:p>
      </dgm:t>
    </dgm:pt>
    <dgm:pt modelId="{369EAD66-15E1-4966-A8F2-C1152E6576BA}" type="sibTrans" cxnId="{3A299414-F0FE-488E-9083-C2EF7F1E5187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44E63CCC-67E8-EC49-B2B1-3F8B8E9AEE43}" type="pres">
      <dgm:prSet presAssocID="{80B78A97-16C5-41AA-ADEF-8EC0B07EC17A}" presName="Name0" presStyleCnt="0">
        <dgm:presLayoutVars>
          <dgm:animLvl val="lvl"/>
          <dgm:resizeHandles val="exact"/>
        </dgm:presLayoutVars>
      </dgm:prSet>
      <dgm:spPr/>
    </dgm:pt>
    <dgm:pt modelId="{CB0FFDAF-2A5B-8347-9D00-C917BBC06BC3}" type="pres">
      <dgm:prSet presAssocID="{86FABC59-1566-465F-A9ED-7F451DA289DF}" presName="compositeNode" presStyleCnt="0">
        <dgm:presLayoutVars>
          <dgm:bulletEnabled val="1"/>
        </dgm:presLayoutVars>
      </dgm:prSet>
      <dgm:spPr/>
    </dgm:pt>
    <dgm:pt modelId="{9F898F05-C820-FF4A-97B7-C9C977539C3D}" type="pres">
      <dgm:prSet presAssocID="{86FABC59-1566-465F-A9ED-7F451DA289DF}" presName="bgRect" presStyleLbl="bgAccFollowNode1" presStyleIdx="0" presStyleCnt="5"/>
      <dgm:spPr/>
    </dgm:pt>
    <dgm:pt modelId="{CFF368B3-9C70-774A-9420-E0013A7A4976}" type="pres">
      <dgm:prSet presAssocID="{6500D19F-97C9-4E58-A5A8-8176C969CBC0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5F61220E-D45D-E34D-8E3B-8D6CB9F111D5}" type="pres">
      <dgm:prSet presAssocID="{86FABC59-1566-465F-A9ED-7F451DA289DF}" presName="bottomLine" presStyleLbl="alignNode1" presStyleIdx="1" presStyleCnt="10">
        <dgm:presLayoutVars/>
      </dgm:prSet>
      <dgm:spPr/>
    </dgm:pt>
    <dgm:pt modelId="{4C895614-574C-4645-AE4B-3A9F9DF5C978}" type="pres">
      <dgm:prSet presAssocID="{86FABC59-1566-465F-A9ED-7F451DA289DF}" presName="nodeText" presStyleLbl="bgAccFollowNode1" presStyleIdx="0" presStyleCnt="5">
        <dgm:presLayoutVars>
          <dgm:bulletEnabled val="1"/>
        </dgm:presLayoutVars>
      </dgm:prSet>
      <dgm:spPr/>
    </dgm:pt>
    <dgm:pt modelId="{9DC31CC3-2433-414B-8083-B1FE58C2503C}" type="pres">
      <dgm:prSet presAssocID="{6500D19F-97C9-4E58-A5A8-8176C969CBC0}" presName="sibTrans" presStyleCnt="0"/>
      <dgm:spPr/>
    </dgm:pt>
    <dgm:pt modelId="{A0D1BAF4-7A38-8644-A06F-CDA38C1DA368}" type="pres">
      <dgm:prSet presAssocID="{8E5566C3-06F2-4A7B-854E-A0BBE332774D}" presName="compositeNode" presStyleCnt="0">
        <dgm:presLayoutVars>
          <dgm:bulletEnabled val="1"/>
        </dgm:presLayoutVars>
      </dgm:prSet>
      <dgm:spPr/>
    </dgm:pt>
    <dgm:pt modelId="{60F0D775-8047-1A48-8859-236FE904DD00}" type="pres">
      <dgm:prSet presAssocID="{8E5566C3-06F2-4A7B-854E-A0BBE332774D}" presName="bgRect" presStyleLbl="bgAccFollowNode1" presStyleIdx="1" presStyleCnt="5"/>
      <dgm:spPr/>
    </dgm:pt>
    <dgm:pt modelId="{63E9585F-ABE5-B347-B188-3FF69873B978}" type="pres">
      <dgm:prSet presAssocID="{11042D49-A96F-45AE-BFD4-1E63947B7A7A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17EBF8DB-5227-934A-AC78-387AF8297412}" type="pres">
      <dgm:prSet presAssocID="{8E5566C3-06F2-4A7B-854E-A0BBE332774D}" presName="bottomLine" presStyleLbl="alignNode1" presStyleIdx="3" presStyleCnt="10">
        <dgm:presLayoutVars/>
      </dgm:prSet>
      <dgm:spPr/>
    </dgm:pt>
    <dgm:pt modelId="{7810530C-73F9-4D43-92E2-C3CC4894E6C8}" type="pres">
      <dgm:prSet presAssocID="{8E5566C3-06F2-4A7B-854E-A0BBE332774D}" presName="nodeText" presStyleLbl="bgAccFollowNode1" presStyleIdx="1" presStyleCnt="5">
        <dgm:presLayoutVars>
          <dgm:bulletEnabled val="1"/>
        </dgm:presLayoutVars>
      </dgm:prSet>
      <dgm:spPr/>
    </dgm:pt>
    <dgm:pt modelId="{C1314939-45E6-EA4D-9F48-6D01FC777457}" type="pres">
      <dgm:prSet presAssocID="{11042D49-A96F-45AE-BFD4-1E63947B7A7A}" presName="sibTrans" presStyleCnt="0"/>
      <dgm:spPr/>
    </dgm:pt>
    <dgm:pt modelId="{6D8B6E72-F642-414C-9E43-6CD14E8D7E7D}" type="pres">
      <dgm:prSet presAssocID="{478D7503-5557-4943-9EB4-0FC699B316D2}" presName="compositeNode" presStyleCnt="0">
        <dgm:presLayoutVars>
          <dgm:bulletEnabled val="1"/>
        </dgm:presLayoutVars>
      </dgm:prSet>
      <dgm:spPr/>
    </dgm:pt>
    <dgm:pt modelId="{ABC1B0A2-C626-8344-A595-D065C0D17B2B}" type="pres">
      <dgm:prSet presAssocID="{478D7503-5557-4943-9EB4-0FC699B316D2}" presName="bgRect" presStyleLbl="bgAccFollowNode1" presStyleIdx="2" presStyleCnt="5"/>
      <dgm:spPr/>
    </dgm:pt>
    <dgm:pt modelId="{AFE6A77E-B7F2-544C-A0CF-E9789B8E55C5}" type="pres">
      <dgm:prSet presAssocID="{241A542F-0D56-47F5-9E93-B3E2BC43BC4E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80E1809F-E665-1D4D-A560-E33BF8E9AEE2}" type="pres">
      <dgm:prSet presAssocID="{478D7503-5557-4943-9EB4-0FC699B316D2}" presName="bottomLine" presStyleLbl="alignNode1" presStyleIdx="5" presStyleCnt="10">
        <dgm:presLayoutVars/>
      </dgm:prSet>
      <dgm:spPr/>
    </dgm:pt>
    <dgm:pt modelId="{24FFC5DD-B1FF-1C4E-93A6-57497BF16176}" type="pres">
      <dgm:prSet presAssocID="{478D7503-5557-4943-9EB4-0FC699B316D2}" presName="nodeText" presStyleLbl="bgAccFollowNode1" presStyleIdx="2" presStyleCnt="5">
        <dgm:presLayoutVars>
          <dgm:bulletEnabled val="1"/>
        </dgm:presLayoutVars>
      </dgm:prSet>
      <dgm:spPr/>
    </dgm:pt>
    <dgm:pt modelId="{C52703D2-7235-874D-B00A-54115ADAAEA6}" type="pres">
      <dgm:prSet presAssocID="{241A542F-0D56-47F5-9E93-B3E2BC43BC4E}" presName="sibTrans" presStyleCnt="0"/>
      <dgm:spPr/>
    </dgm:pt>
    <dgm:pt modelId="{65878F40-8BAD-3D45-B42E-64A8B0731A96}" type="pres">
      <dgm:prSet presAssocID="{EA476040-7B72-4DA1-BCDF-04D20320DA1D}" presName="compositeNode" presStyleCnt="0">
        <dgm:presLayoutVars>
          <dgm:bulletEnabled val="1"/>
        </dgm:presLayoutVars>
      </dgm:prSet>
      <dgm:spPr/>
    </dgm:pt>
    <dgm:pt modelId="{B2D1C2E7-EF60-E140-81D1-E64EEC80FE6F}" type="pres">
      <dgm:prSet presAssocID="{EA476040-7B72-4DA1-BCDF-04D20320DA1D}" presName="bgRect" presStyleLbl="bgAccFollowNode1" presStyleIdx="3" presStyleCnt="5"/>
      <dgm:spPr/>
    </dgm:pt>
    <dgm:pt modelId="{53354258-E895-0A49-A3A6-A5C4F8E6EEA8}" type="pres">
      <dgm:prSet presAssocID="{996843D4-9059-4E58-8AE5-B1EC10A57D0D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FCCBE0C7-535B-1341-ACC5-5CB0186E2133}" type="pres">
      <dgm:prSet presAssocID="{EA476040-7B72-4DA1-BCDF-04D20320DA1D}" presName="bottomLine" presStyleLbl="alignNode1" presStyleIdx="7" presStyleCnt="10">
        <dgm:presLayoutVars/>
      </dgm:prSet>
      <dgm:spPr/>
    </dgm:pt>
    <dgm:pt modelId="{9CB819CF-E37C-354C-8CEB-7B2139CCA869}" type="pres">
      <dgm:prSet presAssocID="{EA476040-7B72-4DA1-BCDF-04D20320DA1D}" presName="nodeText" presStyleLbl="bgAccFollowNode1" presStyleIdx="3" presStyleCnt="5">
        <dgm:presLayoutVars>
          <dgm:bulletEnabled val="1"/>
        </dgm:presLayoutVars>
      </dgm:prSet>
      <dgm:spPr/>
    </dgm:pt>
    <dgm:pt modelId="{99ACDF52-E274-124B-8351-9639CF0E011E}" type="pres">
      <dgm:prSet presAssocID="{996843D4-9059-4E58-8AE5-B1EC10A57D0D}" presName="sibTrans" presStyleCnt="0"/>
      <dgm:spPr/>
    </dgm:pt>
    <dgm:pt modelId="{A0260FD8-2EEE-304A-B53B-47997A40A414}" type="pres">
      <dgm:prSet presAssocID="{5A7DA8F8-AE55-4801-B2B0-EF745EA9C3D5}" presName="compositeNode" presStyleCnt="0">
        <dgm:presLayoutVars>
          <dgm:bulletEnabled val="1"/>
        </dgm:presLayoutVars>
      </dgm:prSet>
      <dgm:spPr/>
    </dgm:pt>
    <dgm:pt modelId="{367202C0-AFE7-544A-9463-D4858EB5911E}" type="pres">
      <dgm:prSet presAssocID="{5A7DA8F8-AE55-4801-B2B0-EF745EA9C3D5}" presName="bgRect" presStyleLbl="bgAccFollowNode1" presStyleIdx="4" presStyleCnt="5"/>
      <dgm:spPr/>
    </dgm:pt>
    <dgm:pt modelId="{2218C1ED-A4B6-C24B-B84F-A24FBE8C1CD1}" type="pres">
      <dgm:prSet presAssocID="{369EAD66-15E1-4966-A8F2-C1152E6576BA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17016E1F-18CD-4B43-A14C-2EF481496079}" type="pres">
      <dgm:prSet presAssocID="{5A7DA8F8-AE55-4801-B2B0-EF745EA9C3D5}" presName="bottomLine" presStyleLbl="alignNode1" presStyleIdx="9" presStyleCnt="10">
        <dgm:presLayoutVars/>
      </dgm:prSet>
      <dgm:spPr/>
    </dgm:pt>
    <dgm:pt modelId="{05B31ECE-AA96-3E47-BD1D-62230E78F2C9}" type="pres">
      <dgm:prSet presAssocID="{5A7DA8F8-AE55-4801-B2B0-EF745EA9C3D5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3A299414-F0FE-488E-9083-C2EF7F1E5187}" srcId="{80B78A97-16C5-41AA-ADEF-8EC0B07EC17A}" destId="{5A7DA8F8-AE55-4801-B2B0-EF745EA9C3D5}" srcOrd="4" destOrd="0" parTransId="{F7BA33EC-A96D-417A-B046-20A00CC9201E}" sibTransId="{369EAD66-15E1-4966-A8F2-C1152E6576BA}"/>
    <dgm:cxn modelId="{CFC44C15-00F1-1B44-9A28-884EFE3D1F0E}" type="presOf" srcId="{5A7DA8F8-AE55-4801-B2B0-EF745EA9C3D5}" destId="{367202C0-AFE7-544A-9463-D4858EB5911E}" srcOrd="0" destOrd="0" presId="urn:microsoft.com/office/officeart/2016/7/layout/BasicLinearProcessNumbered"/>
    <dgm:cxn modelId="{5C15E217-3279-5444-8991-06E469928E70}" type="presOf" srcId="{86FABC59-1566-465F-A9ED-7F451DA289DF}" destId="{9F898F05-C820-FF4A-97B7-C9C977539C3D}" srcOrd="0" destOrd="0" presId="urn:microsoft.com/office/officeart/2016/7/layout/BasicLinearProcessNumbered"/>
    <dgm:cxn modelId="{A6F3062A-A810-44B1-AF87-F43A3280CFD2}" srcId="{80B78A97-16C5-41AA-ADEF-8EC0B07EC17A}" destId="{86FABC59-1566-465F-A9ED-7F451DA289DF}" srcOrd="0" destOrd="0" parTransId="{82209651-5C37-4DB2-8A25-4DEA26A6E73E}" sibTransId="{6500D19F-97C9-4E58-A5A8-8176C969CBC0}"/>
    <dgm:cxn modelId="{5730EC47-6270-4E0B-8B30-8A26DC93E491}" srcId="{80B78A97-16C5-41AA-ADEF-8EC0B07EC17A}" destId="{8E5566C3-06F2-4A7B-854E-A0BBE332774D}" srcOrd="1" destOrd="0" parTransId="{A561D756-C7AA-42FB-926F-F59077773234}" sibTransId="{11042D49-A96F-45AE-BFD4-1E63947B7A7A}"/>
    <dgm:cxn modelId="{303F6A51-88F3-734E-9FDD-E76A7836931F}" type="presOf" srcId="{478D7503-5557-4943-9EB4-0FC699B316D2}" destId="{24FFC5DD-B1FF-1C4E-93A6-57497BF16176}" srcOrd="1" destOrd="0" presId="urn:microsoft.com/office/officeart/2016/7/layout/BasicLinearProcessNumbered"/>
    <dgm:cxn modelId="{4CB5C953-9F27-474D-9B9A-454B7D167A68}" type="presOf" srcId="{8E5566C3-06F2-4A7B-854E-A0BBE332774D}" destId="{60F0D775-8047-1A48-8859-236FE904DD00}" srcOrd="0" destOrd="0" presId="urn:microsoft.com/office/officeart/2016/7/layout/BasicLinearProcessNumbered"/>
    <dgm:cxn modelId="{8187D56F-0E7D-6940-915C-EC39CD578649}" type="presOf" srcId="{EA476040-7B72-4DA1-BCDF-04D20320DA1D}" destId="{9CB819CF-E37C-354C-8CEB-7B2139CCA869}" srcOrd="1" destOrd="0" presId="urn:microsoft.com/office/officeart/2016/7/layout/BasicLinearProcessNumbered"/>
    <dgm:cxn modelId="{66445D72-5C16-2541-A373-5F6C17DA464B}" type="presOf" srcId="{996843D4-9059-4E58-8AE5-B1EC10A57D0D}" destId="{53354258-E895-0A49-A3A6-A5C4F8E6EEA8}" srcOrd="0" destOrd="0" presId="urn:microsoft.com/office/officeart/2016/7/layout/BasicLinearProcessNumbered"/>
    <dgm:cxn modelId="{8207E174-6F35-3448-BC27-42675F22AE23}" type="presOf" srcId="{478D7503-5557-4943-9EB4-0FC699B316D2}" destId="{ABC1B0A2-C626-8344-A595-D065C0D17B2B}" srcOrd="0" destOrd="0" presId="urn:microsoft.com/office/officeart/2016/7/layout/BasicLinearProcessNumbered"/>
    <dgm:cxn modelId="{76F7CC80-C02F-B04C-9D8D-DEAE268EA4D7}" type="presOf" srcId="{241A542F-0D56-47F5-9E93-B3E2BC43BC4E}" destId="{AFE6A77E-B7F2-544C-A0CF-E9789B8E55C5}" srcOrd="0" destOrd="0" presId="urn:microsoft.com/office/officeart/2016/7/layout/BasicLinearProcessNumbered"/>
    <dgm:cxn modelId="{4F367889-6112-B542-853D-B86E5F2E5196}" type="presOf" srcId="{8E5566C3-06F2-4A7B-854E-A0BBE332774D}" destId="{7810530C-73F9-4D43-92E2-C3CC4894E6C8}" srcOrd="1" destOrd="0" presId="urn:microsoft.com/office/officeart/2016/7/layout/BasicLinearProcessNumbered"/>
    <dgm:cxn modelId="{EAA38593-8A46-7748-AF7A-BE59E448685F}" type="presOf" srcId="{86FABC59-1566-465F-A9ED-7F451DA289DF}" destId="{4C895614-574C-4645-AE4B-3A9F9DF5C978}" srcOrd="1" destOrd="0" presId="urn:microsoft.com/office/officeart/2016/7/layout/BasicLinearProcessNumbered"/>
    <dgm:cxn modelId="{39EA5B9A-18A3-6246-8413-33B3C8704EFC}" type="presOf" srcId="{5A7DA8F8-AE55-4801-B2B0-EF745EA9C3D5}" destId="{05B31ECE-AA96-3E47-BD1D-62230E78F2C9}" srcOrd="1" destOrd="0" presId="urn:microsoft.com/office/officeart/2016/7/layout/BasicLinearProcessNumbered"/>
    <dgm:cxn modelId="{EE2C0ACE-1541-9E4A-BFD1-B40573C85BE1}" type="presOf" srcId="{369EAD66-15E1-4966-A8F2-C1152E6576BA}" destId="{2218C1ED-A4B6-C24B-B84F-A24FBE8C1CD1}" srcOrd="0" destOrd="0" presId="urn:microsoft.com/office/officeart/2016/7/layout/BasicLinearProcessNumbered"/>
    <dgm:cxn modelId="{D1A87BCF-13E4-4247-BDD0-9ACBE9F06FB7}" srcId="{80B78A97-16C5-41AA-ADEF-8EC0B07EC17A}" destId="{EA476040-7B72-4DA1-BCDF-04D20320DA1D}" srcOrd="3" destOrd="0" parTransId="{0B5BC127-BA91-429E-9738-C0DB3B915ABD}" sibTransId="{996843D4-9059-4E58-8AE5-B1EC10A57D0D}"/>
    <dgm:cxn modelId="{DAFFEBDA-5DB1-534D-8ABE-9BBF27581D53}" type="presOf" srcId="{6500D19F-97C9-4E58-A5A8-8176C969CBC0}" destId="{CFF368B3-9C70-774A-9420-E0013A7A4976}" srcOrd="0" destOrd="0" presId="urn:microsoft.com/office/officeart/2016/7/layout/BasicLinearProcessNumbered"/>
    <dgm:cxn modelId="{AD2248E4-B9C3-C14B-A69E-8893FF0E02FB}" type="presOf" srcId="{11042D49-A96F-45AE-BFD4-1E63947B7A7A}" destId="{63E9585F-ABE5-B347-B188-3FF69873B978}" srcOrd="0" destOrd="0" presId="urn:microsoft.com/office/officeart/2016/7/layout/BasicLinearProcessNumbered"/>
    <dgm:cxn modelId="{448AD9EA-8D59-9744-B02F-F2375A20ADAA}" type="presOf" srcId="{EA476040-7B72-4DA1-BCDF-04D20320DA1D}" destId="{B2D1C2E7-EF60-E140-81D1-E64EEC80FE6F}" srcOrd="0" destOrd="0" presId="urn:microsoft.com/office/officeart/2016/7/layout/BasicLinearProcessNumbered"/>
    <dgm:cxn modelId="{7D2F6DEF-2C99-C249-91DE-8BC2ADCB0D2D}" type="presOf" srcId="{80B78A97-16C5-41AA-ADEF-8EC0B07EC17A}" destId="{44E63CCC-67E8-EC49-B2B1-3F8B8E9AEE43}" srcOrd="0" destOrd="0" presId="urn:microsoft.com/office/officeart/2016/7/layout/BasicLinearProcessNumbered"/>
    <dgm:cxn modelId="{71DC42F7-BF68-4245-B6A8-88CC522F36AB}" srcId="{80B78A97-16C5-41AA-ADEF-8EC0B07EC17A}" destId="{478D7503-5557-4943-9EB4-0FC699B316D2}" srcOrd="2" destOrd="0" parTransId="{1A2E4FC7-ED2B-4EC9-97F1-9932A0C97891}" sibTransId="{241A542F-0D56-47F5-9E93-B3E2BC43BC4E}"/>
    <dgm:cxn modelId="{BAC0CA78-6465-1245-95B6-F362180982BE}" type="presParOf" srcId="{44E63CCC-67E8-EC49-B2B1-3F8B8E9AEE43}" destId="{CB0FFDAF-2A5B-8347-9D00-C917BBC06BC3}" srcOrd="0" destOrd="0" presId="urn:microsoft.com/office/officeart/2016/7/layout/BasicLinearProcessNumbered"/>
    <dgm:cxn modelId="{712B9643-C26D-5741-A08A-A1B93E337AC4}" type="presParOf" srcId="{CB0FFDAF-2A5B-8347-9D00-C917BBC06BC3}" destId="{9F898F05-C820-FF4A-97B7-C9C977539C3D}" srcOrd="0" destOrd="0" presId="urn:microsoft.com/office/officeart/2016/7/layout/BasicLinearProcessNumbered"/>
    <dgm:cxn modelId="{70EA4E7B-71E2-3F40-8812-B91A9B94B1B4}" type="presParOf" srcId="{CB0FFDAF-2A5B-8347-9D00-C917BBC06BC3}" destId="{CFF368B3-9C70-774A-9420-E0013A7A4976}" srcOrd="1" destOrd="0" presId="urn:microsoft.com/office/officeart/2016/7/layout/BasicLinearProcessNumbered"/>
    <dgm:cxn modelId="{751B41B4-ADBF-0C4F-8ECB-F8836D572786}" type="presParOf" srcId="{CB0FFDAF-2A5B-8347-9D00-C917BBC06BC3}" destId="{5F61220E-D45D-E34D-8E3B-8D6CB9F111D5}" srcOrd="2" destOrd="0" presId="urn:microsoft.com/office/officeart/2016/7/layout/BasicLinearProcessNumbered"/>
    <dgm:cxn modelId="{8767F19B-3727-984E-8025-36676184A86B}" type="presParOf" srcId="{CB0FFDAF-2A5B-8347-9D00-C917BBC06BC3}" destId="{4C895614-574C-4645-AE4B-3A9F9DF5C978}" srcOrd="3" destOrd="0" presId="urn:microsoft.com/office/officeart/2016/7/layout/BasicLinearProcessNumbered"/>
    <dgm:cxn modelId="{D09E0440-1BEE-0C4C-AC61-52A1B2C5D86D}" type="presParOf" srcId="{44E63CCC-67E8-EC49-B2B1-3F8B8E9AEE43}" destId="{9DC31CC3-2433-414B-8083-B1FE58C2503C}" srcOrd="1" destOrd="0" presId="urn:microsoft.com/office/officeart/2016/7/layout/BasicLinearProcessNumbered"/>
    <dgm:cxn modelId="{46EB1E7A-7FD1-9241-BC49-E99D9F7D51FC}" type="presParOf" srcId="{44E63CCC-67E8-EC49-B2B1-3F8B8E9AEE43}" destId="{A0D1BAF4-7A38-8644-A06F-CDA38C1DA368}" srcOrd="2" destOrd="0" presId="urn:microsoft.com/office/officeart/2016/7/layout/BasicLinearProcessNumbered"/>
    <dgm:cxn modelId="{6D0CD5BF-E140-CB47-8AAB-50211684DBC1}" type="presParOf" srcId="{A0D1BAF4-7A38-8644-A06F-CDA38C1DA368}" destId="{60F0D775-8047-1A48-8859-236FE904DD00}" srcOrd="0" destOrd="0" presId="urn:microsoft.com/office/officeart/2016/7/layout/BasicLinearProcessNumbered"/>
    <dgm:cxn modelId="{916DB34C-D60D-214A-9D4F-B3D93CDCEBD0}" type="presParOf" srcId="{A0D1BAF4-7A38-8644-A06F-CDA38C1DA368}" destId="{63E9585F-ABE5-B347-B188-3FF69873B978}" srcOrd="1" destOrd="0" presId="urn:microsoft.com/office/officeart/2016/7/layout/BasicLinearProcessNumbered"/>
    <dgm:cxn modelId="{B6B4210F-9C1A-344B-8809-D739C8DDEA8C}" type="presParOf" srcId="{A0D1BAF4-7A38-8644-A06F-CDA38C1DA368}" destId="{17EBF8DB-5227-934A-AC78-387AF8297412}" srcOrd="2" destOrd="0" presId="urn:microsoft.com/office/officeart/2016/7/layout/BasicLinearProcessNumbered"/>
    <dgm:cxn modelId="{4E3D7ECD-14E2-F54E-B5B5-F364AC2EBF98}" type="presParOf" srcId="{A0D1BAF4-7A38-8644-A06F-CDA38C1DA368}" destId="{7810530C-73F9-4D43-92E2-C3CC4894E6C8}" srcOrd="3" destOrd="0" presId="urn:microsoft.com/office/officeart/2016/7/layout/BasicLinearProcessNumbered"/>
    <dgm:cxn modelId="{72B9E2EB-DFC7-CA42-ACE2-9028F506EA02}" type="presParOf" srcId="{44E63CCC-67E8-EC49-B2B1-3F8B8E9AEE43}" destId="{C1314939-45E6-EA4D-9F48-6D01FC777457}" srcOrd="3" destOrd="0" presId="urn:microsoft.com/office/officeart/2016/7/layout/BasicLinearProcessNumbered"/>
    <dgm:cxn modelId="{8A1C6E3E-C5DD-4E40-BCE1-952017FA9547}" type="presParOf" srcId="{44E63CCC-67E8-EC49-B2B1-3F8B8E9AEE43}" destId="{6D8B6E72-F642-414C-9E43-6CD14E8D7E7D}" srcOrd="4" destOrd="0" presId="urn:microsoft.com/office/officeart/2016/7/layout/BasicLinearProcessNumbered"/>
    <dgm:cxn modelId="{26A87083-5B27-1D45-80A2-5E7622734645}" type="presParOf" srcId="{6D8B6E72-F642-414C-9E43-6CD14E8D7E7D}" destId="{ABC1B0A2-C626-8344-A595-D065C0D17B2B}" srcOrd="0" destOrd="0" presId="urn:microsoft.com/office/officeart/2016/7/layout/BasicLinearProcessNumbered"/>
    <dgm:cxn modelId="{023A8912-EF6E-D646-AFE6-5BBB3C5AEE12}" type="presParOf" srcId="{6D8B6E72-F642-414C-9E43-6CD14E8D7E7D}" destId="{AFE6A77E-B7F2-544C-A0CF-E9789B8E55C5}" srcOrd="1" destOrd="0" presId="urn:microsoft.com/office/officeart/2016/7/layout/BasicLinearProcessNumbered"/>
    <dgm:cxn modelId="{667E1959-2AF6-DB4C-9863-22E5CA24915B}" type="presParOf" srcId="{6D8B6E72-F642-414C-9E43-6CD14E8D7E7D}" destId="{80E1809F-E665-1D4D-A560-E33BF8E9AEE2}" srcOrd="2" destOrd="0" presId="urn:microsoft.com/office/officeart/2016/7/layout/BasicLinearProcessNumbered"/>
    <dgm:cxn modelId="{7DB6E7A6-DDC0-4F4F-A8A2-89797EB3067F}" type="presParOf" srcId="{6D8B6E72-F642-414C-9E43-6CD14E8D7E7D}" destId="{24FFC5DD-B1FF-1C4E-93A6-57497BF16176}" srcOrd="3" destOrd="0" presId="urn:microsoft.com/office/officeart/2016/7/layout/BasicLinearProcessNumbered"/>
    <dgm:cxn modelId="{8B014968-687A-9349-B904-CFD9009C3DF5}" type="presParOf" srcId="{44E63CCC-67E8-EC49-B2B1-3F8B8E9AEE43}" destId="{C52703D2-7235-874D-B00A-54115ADAAEA6}" srcOrd="5" destOrd="0" presId="urn:microsoft.com/office/officeart/2016/7/layout/BasicLinearProcessNumbered"/>
    <dgm:cxn modelId="{342EAB35-BDE3-3845-8571-48BB29C8E606}" type="presParOf" srcId="{44E63CCC-67E8-EC49-B2B1-3F8B8E9AEE43}" destId="{65878F40-8BAD-3D45-B42E-64A8B0731A96}" srcOrd="6" destOrd="0" presId="urn:microsoft.com/office/officeart/2016/7/layout/BasicLinearProcessNumbered"/>
    <dgm:cxn modelId="{83A9A365-C0F9-924F-AF81-79F2BE520D75}" type="presParOf" srcId="{65878F40-8BAD-3D45-B42E-64A8B0731A96}" destId="{B2D1C2E7-EF60-E140-81D1-E64EEC80FE6F}" srcOrd="0" destOrd="0" presId="urn:microsoft.com/office/officeart/2016/7/layout/BasicLinearProcessNumbered"/>
    <dgm:cxn modelId="{5EE11B0A-FAC1-EC49-B586-76D2F5F78186}" type="presParOf" srcId="{65878F40-8BAD-3D45-B42E-64A8B0731A96}" destId="{53354258-E895-0A49-A3A6-A5C4F8E6EEA8}" srcOrd="1" destOrd="0" presId="urn:microsoft.com/office/officeart/2016/7/layout/BasicLinearProcessNumbered"/>
    <dgm:cxn modelId="{30307390-D440-094A-9162-8B5A13752789}" type="presParOf" srcId="{65878F40-8BAD-3D45-B42E-64A8B0731A96}" destId="{FCCBE0C7-535B-1341-ACC5-5CB0186E2133}" srcOrd="2" destOrd="0" presId="urn:microsoft.com/office/officeart/2016/7/layout/BasicLinearProcessNumbered"/>
    <dgm:cxn modelId="{3FDFE76D-019E-A24F-A1AF-DFEF2F7E2426}" type="presParOf" srcId="{65878F40-8BAD-3D45-B42E-64A8B0731A96}" destId="{9CB819CF-E37C-354C-8CEB-7B2139CCA869}" srcOrd="3" destOrd="0" presId="urn:microsoft.com/office/officeart/2016/7/layout/BasicLinearProcessNumbered"/>
    <dgm:cxn modelId="{4FA5C0A6-6D45-B143-9C8D-8562EB0DFCD8}" type="presParOf" srcId="{44E63CCC-67E8-EC49-B2B1-3F8B8E9AEE43}" destId="{99ACDF52-E274-124B-8351-9639CF0E011E}" srcOrd="7" destOrd="0" presId="urn:microsoft.com/office/officeart/2016/7/layout/BasicLinearProcessNumbered"/>
    <dgm:cxn modelId="{2C00C161-0C22-0647-A23C-E1D63C85F370}" type="presParOf" srcId="{44E63CCC-67E8-EC49-B2B1-3F8B8E9AEE43}" destId="{A0260FD8-2EEE-304A-B53B-47997A40A414}" srcOrd="8" destOrd="0" presId="urn:microsoft.com/office/officeart/2016/7/layout/BasicLinearProcessNumbered"/>
    <dgm:cxn modelId="{815F6D1E-68EC-F949-8E39-EA4D1E4F1CAB}" type="presParOf" srcId="{A0260FD8-2EEE-304A-B53B-47997A40A414}" destId="{367202C0-AFE7-544A-9463-D4858EB5911E}" srcOrd="0" destOrd="0" presId="urn:microsoft.com/office/officeart/2016/7/layout/BasicLinearProcessNumbered"/>
    <dgm:cxn modelId="{B6AF7973-DD25-7745-9006-011D60BADA88}" type="presParOf" srcId="{A0260FD8-2EEE-304A-B53B-47997A40A414}" destId="{2218C1ED-A4B6-C24B-B84F-A24FBE8C1CD1}" srcOrd="1" destOrd="0" presId="urn:microsoft.com/office/officeart/2016/7/layout/BasicLinearProcessNumbered"/>
    <dgm:cxn modelId="{06C16E95-467A-D04D-AF47-4A887F95FAC8}" type="presParOf" srcId="{A0260FD8-2EEE-304A-B53B-47997A40A414}" destId="{17016E1F-18CD-4B43-A14C-2EF481496079}" srcOrd="2" destOrd="0" presId="urn:microsoft.com/office/officeart/2016/7/layout/BasicLinearProcessNumbered"/>
    <dgm:cxn modelId="{842B957E-12BA-3E4E-9069-EFCF20E4E954}" type="presParOf" srcId="{A0260FD8-2EEE-304A-B53B-47997A40A414}" destId="{05B31ECE-AA96-3E47-BD1D-62230E78F2C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F76BA-138F-4155-B47C-8677DB852FC2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E7ABD-3C80-4FA6-BFF9-686AE33ECCB9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A166A-A5EF-4E66-A6BD-7322F3441FB6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Roles visualization plays: change over time, part–to–whole, distributions, group comparisons, relationships, geographic</a:t>
          </a:r>
        </a:p>
      </dsp:txBody>
      <dsp:txXfrm>
        <a:off x="1437631" y="531"/>
        <a:ext cx="6449068" cy="1244702"/>
      </dsp:txXfrm>
    </dsp:sp>
    <dsp:sp modelId="{69590B5E-2DA2-4033-9EFD-AE8C0EA6F32D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35FD7-5B58-4065-B23C-21F8050BCC8C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43A54-2F0B-48DB-A4DB-CAE0B21B99CF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Choose chart by task and variable types (quantitative, categorical, temporal, geographic)</a:t>
          </a:r>
        </a:p>
      </dsp:txBody>
      <dsp:txXfrm>
        <a:off x="1437631" y="1556410"/>
        <a:ext cx="6449068" cy="1244702"/>
      </dsp:txXfrm>
    </dsp:sp>
    <dsp:sp modelId="{37F9DC80-1D25-4D41-8D61-14E37D1A7DBB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80398-51CD-427C-8A6F-38CED81D184F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14056-EF83-43DA-ABAF-9B53A28E341B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Keep audience and perceptual encodings in mind (position &gt; length &gt; angle &gt; area &gt; color)</a:t>
          </a:r>
        </a:p>
      </dsp:txBody>
      <dsp:txXfrm>
        <a:off x="1437631" y="3112289"/>
        <a:ext cx="64490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99B29-0767-2E41-84FB-08C804701F4D}">
      <dsp:nvSpPr>
        <dsp:cNvPr id="0" name=""/>
        <dsp:cNvSpPr/>
      </dsp:nvSpPr>
      <dsp:spPr>
        <a:xfrm>
          <a:off x="0" y="576776"/>
          <a:ext cx="2464593" cy="14787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Line: trends over time (continuous)</a:t>
          </a:r>
        </a:p>
      </dsp:txBody>
      <dsp:txXfrm>
        <a:off x="0" y="576776"/>
        <a:ext cx="2464593" cy="1478756"/>
      </dsp:txXfrm>
    </dsp:sp>
    <dsp:sp modelId="{5D9E38D8-D52B-EF4D-9AE5-A82C074E3FBC}">
      <dsp:nvSpPr>
        <dsp:cNvPr id="0" name=""/>
        <dsp:cNvSpPr/>
      </dsp:nvSpPr>
      <dsp:spPr>
        <a:xfrm>
          <a:off x="2711053" y="576776"/>
          <a:ext cx="2464593" cy="14787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Bar: compare categories; Grouped/Stacked for subgroups/composition</a:t>
          </a:r>
        </a:p>
      </dsp:txBody>
      <dsp:txXfrm>
        <a:off x="2711053" y="576776"/>
        <a:ext cx="2464593" cy="1478756"/>
      </dsp:txXfrm>
    </dsp:sp>
    <dsp:sp modelId="{F8A79E3F-73FC-BC44-B569-D0E6B05AE7A5}">
      <dsp:nvSpPr>
        <dsp:cNvPr id="0" name=""/>
        <dsp:cNvSpPr/>
      </dsp:nvSpPr>
      <dsp:spPr>
        <a:xfrm>
          <a:off x="5422106" y="576776"/>
          <a:ext cx="2464593" cy="14787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Histogram/Density: numeric distribution</a:t>
          </a:r>
        </a:p>
      </dsp:txBody>
      <dsp:txXfrm>
        <a:off x="5422106" y="576776"/>
        <a:ext cx="2464593" cy="1478756"/>
      </dsp:txXfrm>
    </dsp:sp>
    <dsp:sp modelId="{5D4AAE28-880B-064B-8CA4-C8453A1421A3}">
      <dsp:nvSpPr>
        <dsp:cNvPr id="0" name=""/>
        <dsp:cNvSpPr/>
      </dsp:nvSpPr>
      <dsp:spPr>
        <a:xfrm>
          <a:off x="1355526" y="2301991"/>
          <a:ext cx="2464593" cy="14787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Box/Violin: compare distributions across groups</a:t>
          </a:r>
        </a:p>
      </dsp:txBody>
      <dsp:txXfrm>
        <a:off x="1355526" y="2301991"/>
        <a:ext cx="2464593" cy="1478756"/>
      </dsp:txXfrm>
    </dsp:sp>
    <dsp:sp modelId="{252B033D-20DB-E74C-B681-9343032E8045}">
      <dsp:nvSpPr>
        <dsp:cNvPr id="0" name=""/>
        <dsp:cNvSpPr/>
      </dsp:nvSpPr>
      <dsp:spPr>
        <a:xfrm>
          <a:off x="4066579" y="2301991"/>
          <a:ext cx="2464593" cy="14787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Scatter/Heatmap: relationships; Choropleth: geographic</a:t>
          </a:r>
        </a:p>
      </dsp:txBody>
      <dsp:txXfrm>
        <a:off x="4066579" y="2301991"/>
        <a:ext cx="2464593" cy="14787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98F05-C820-FF4A-97B7-C9C977539C3D}">
      <dsp:nvSpPr>
        <dsp:cNvPr id="0" name=""/>
        <dsp:cNvSpPr/>
      </dsp:nvSpPr>
      <dsp:spPr>
        <a:xfrm>
          <a:off x="2594" y="799925"/>
          <a:ext cx="1404505" cy="196630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01" tIns="330200" rIns="10950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the simplest chart that answers the question.</a:t>
          </a:r>
        </a:p>
      </dsp:txBody>
      <dsp:txXfrm>
        <a:off x="2594" y="1547123"/>
        <a:ext cx="1404505" cy="1179784"/>
      </dsp:txXfrm>
    </dsp:sp>
    <dsp:sp modelId="{CFF368B3-9C70-774A-9420-E0013A7A4976}">
      <dsp:nvSpPr>
        <dsp:cNvPr id="0" name=""/>
        <dsp:cNvSpPr/>
      </dsp:nvSpPr>
      <dsp:spPr>
        <a:xfrm>
          <a:off x="409900" y="996556"/>
          <a:ext cx="589892" cy="58989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90" tIns="12700" rIns="4599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</a:t>
          </a:r>
        </a:p>
      </dsp:txBody>
      <dsp:txXfrm>
        <a:off x="496288" y="1082944"/>
        <a:ext cx="417116" cy="417116"/>
      </dsp:txXfrm>
    </dsp:sp>
    <dsp:sp modelId="{5F61220E-D45D-E34D-8E3B-8D6CB9F111D5}">
      <dsp:nvSpPr>
        <dsp:cNvPr id="0" name=""/>
        <dsp:cNvSpPr/>
      </dsp:nvSpPr>
      <dsp:spPr>
        <a:xfrm>
          <a:off x="2594" y="2766162"/>
          <a:ext cx="1404505" cy="72"/>
        </a:xfrm>
        <a:prstGeom prst="rect">
          <a:avLst/>
        </a:prstGeom>
        <a:solidFill>
          <a:schemeClr val="accent5">
            <a:hueOff val="-1103764"/>
            <a:satOff val="4423"/>
            <a:lumOff val="959"/>
            <a:alphaOff val="0"/>
          </a:schemeClr>
        </a:solidFill>
        <a:ln w="25400" cap="flat" cmpd="sng" algn="ctr">
          <a:solidFill>
            <a:schemeClr val="accent5">
              <a:hueOff val="-1103764"/>
              <a:satOff val="4423"/>
              <a:lumOff val="9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F0D775-8047-1A48-8859-236FE904DD00}">
      <dsp:nvSpPr>
        <dsp:cNvPr id="0" name=""/>
        <dsp:cNvSpPr/>
      </dsp:nvSpPr>
      <dsp:spPr>
        <a:xfrm>
          <a:off x="1547550" y="799925"/>
          <a:ext cx="1404505" cy="1966308"/>
        </a:xfrm>
        <a:prstGeom prst="rect">
          <a:avLst/>
        </a:prstGeom>
        <a:solidFill>
          <a:schemeClr val="accent5">
            <a:tint val="40000"/>
            <a:alpha val="90000"/>
            <a:hueOff val="-2685120"/>
            <a:satOff val="12063"/>
            <a:lumOff val="829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2685120"/>
              <a:satOff val="12063"/>
              <a:lumOff val="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01" tIns="330200" rIns="10950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Label axes, include units, clear title and short caption.</a:t>
          </a:r>
        </a:p>
      </dsp:txBody>
      <dsp:txXfrm>
        <a:off x="1547550" y="1547123"/>
        <a:ext cx="1404505" cy="1179784"/>
      </dsp:txXfrm>
    </dsp:sp>
    <dsp:sp modelId="{63E9585F-ABE5-B347-B188-3FF69873B978}">
      <dsp:nvSpPr>
        <dsp:cNvPr id="0" name=""/>
        <dsp:cNvSpPr/>
      </dsp:nvSpPr>
      <dsp:spPr>
        <a:xfrm>
          <a:off x="1954857" y="996556"/>
          <a:ext cx="589892" cy="589892"/>
        </a:xfrm>
        <a:prstGeom prst="ellipse">
          <a:avLst/>
        </a:prstGeom>
        <a:solidFill>
          <a:schemeClr val="accent5">
            <a:hueOff val="-2207528"/>
            <a:satOff val="8847"/>
            <a:lumOff val="1917"/>
            <a:alphaOff val="0"/>
          </a:schemeClr>
        </a:solidFill>
        <a:ln w="25400" cap="flat" cmpd="sng" algn="ctr">
          <a:solidFill>
            <a:schemeClr val="accent5">
              <a:hueOff val="-2207528"/>
              <a:satOff val="8847"/>
              <a:lumOff val="19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90" tIns="12700" rIns="4599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2</a:t>
          </a:r>
        </a:p>
      </dsp:txBody>
      <dsp:txXfrm>
        <a:off x="2041245" y="1082944"/>
        <a:ext cx="417116" cy="417116"/>
      </dsp:txXfrm>
    </dsp:sp>
    <dsp:sp modelId="{17EBF8DB-5227-934A-AC78-387AF8297412}">
      <dsp:nvSpPr>
        <dsp:cNvPr id="0" name=""/>
        <dsp:cNvSpPr/>
      </dsp:nvSpPr>
      <dsp:spPr>
        <a:xfrm>
          <a:off x="1547550" y="2766162"/>
          <a:ext cx="1404505" cy="72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1B0A2-C626-8344-A595-D065C0D17B2B}">
      <dsp:nvSpPr>
        <dsp:cNvPr id="0" name=""/>
        <dsp:cNvSpPr/>
      </dsp:nvSpPr>
      <dsp:spPr>
        <a:xfrm>
          <a:off x="3092507" y="799925"/>
          <a:ext cx="1404505" cy="1966308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01" tIns="330200" rIns="10950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Prefer position/length encodings; use color for grouping/annotation.</a:t>
          </a:r>
        </a:p>
      </dsp:txBody>
      <dsp:txXfrm>
        <a:off x="3092507" y="1547123"/>
        <a:ext cx="1404505" cy="1179784"/>
      </dsp:txXfrm>
    </dsp:sp>
    <dsp:sp modelId="{AFE6A77E-B7F2-544C-A0CF-E9789B8E55C5}">
      <dsp:nvSpPr>
        <dsp:cNvPr id="0" name=""/>
        <dsp:cNvSpPr/>
      </dsp:nvSpPr>
      <dsp:spPr>
        <a:xfrm>
          <a:off x="3499813" y="996556"/>
          <a:ext cx="589892" cy="589892"/>
        </a:xfrm>
        <a:prstGeom prst="ellipse">
          <a:avLst/>
        </a:prstGeom>
        <a:solidFill>
          <a:schemeClr val="accent5">
            <a:hueOff val="-4415056"/>
            <a:satOff val="17694"/>
            <a:lumOff val="3835"/>
            <a:alphaOff val="0"/>
          </a:schemeClr>
        </a:solidFill>
        <a:ln w="25400" cap="flat" cmpd="sng" algn="ctr">
          <a:solidFill>
            <a:schemeClr val="accent5">
              <a:hueOff val="-4415056"/>
              <a:satOff val="17694"/>
              <a:lumOff val="38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90" tIns="12700" rIns="4599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3</a:t>
          </a:r>
        </a:p>
      </dsp:txBody>
      <dsp:txXfrm>
        <a:off x="3586201" y="1082944"/>
        <a:ext cx="417116" cy="417116"/>
      </dsp:txXfrm>
    </dsp:sp>
    <dsp:sp modelId="{80E1809F-E665-1D4D-A560-E33BF8E9AEE2}">
      <dsp:nvSpPr>
        <dsp:cNvPr id="0" name=""/>
        <dsp:cNvSpPr/>
      </dsp:nvSpPr>
      <dsp:spPr>
        <a:xfrm>
          <a:off x="3092507" y="2766162"/>
          <a:ext cx="1404505" cy="72"/>
        </a:xfrm>
        <a:prstGeom prst="rect">
          <a:avLst/>
        </a:prstGeom>
        <a:solidFill>
          <a:schemeClr val="accent5">
            <a:hueOff val="-5518820"/>
            <a:satOff val="22117"/>
            <a:lumOff val="4793"/>
            <a:alphaOff val="0"/>
          </a:schemeClr>
        </a:solidFill>
        <a:ln w="25400" cap="flat" cmpd="sng" algn="ctr">
          <a:solidFill>
            <a:schemeClr val="accent5">
              <a:hueOff val="-5518820"/>
              <a:satOff val="22117"/>
              <a:lumOff val="47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1C2E7-EF60-E140-81D1-E64EEC80FE6F}">
      <dsp:nvSpPr>
        <dsp:cNvPr id="0" name=""/>
        <dsp:cNvSpPr/>
      </dsp:nvSpPr>
      <dsp:spPr>
        <a:xfrm>
          <a:off x="4637463" y="799925"/>
          <a:ext cx="1404505" cy="1966308"/>
        </a:xfrm>
        <a:prstGeom prst="rect">
          <a:avLst/>
        </a:prstGeom>
        <a:solidFill>
          <a:schemeClr val="accent5">
            <a:tint val="40000"/>
            <a:alpha val="90000"/>
            <a:hueOff val="-8055361"/>
            <a:satOff val="36190"/>
            <a:lumOff val="248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8055361"/>
              <a:satOff val="36190"/>
              <a:lumOff val="24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01" tIns="330200" rIns="10950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Limit series; use small multiples. Provide accessible color palettes.</a:t>
          </a:r>
        </a:p>
      </dsp:txBody>
      <dsp:txXfrm>
        <a:off x="4637463" y="1547123"/>
        <a:ext cx="1404505" cy="1179784"/>
      </dsp:txXfrm>
    </dsp:sp>
    <dsp:sp modelId="{53354258-E895-0A49-A3A6-A5C4F8E6EEA8}">
      <dsp:nvSpPr>
        <dsp:cNvPr id="0" name=""/>
        <dsp:cNvSpPr/>
      </dsp:nvSpPr>
      <dsp:spPr>
        <a:xfrm>
          <a:off x="5044770" y="996556"/>
          <a:ext cx="589892" cy="589892"/>
        </a:xfrm>
        <a:prstGeom prst="ellips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90" tIns="12700" rIns="4599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4</a:t>
          </a:r>
        </a:p>
      </dsp:txBody>
      <dsp:txXfrm>
        <a:off x="5131158" y="1082944"/>
        <a:ext cx="417116" cy="417116"/>
      </dsp:txXfrm>
    </dsp:sp>
    <dsp:sp modelId="{FCCBE0C7-535B-1341-ACC5-5CB0186E2133}">
      <dsp:nvSpPr>
        <dsp:cNvPr id="0" name=""/>
        <dsp:cNvSpPr/>
      </dsp:nvSpPr>
      <dsp:spPr>
        <a:xfrm>
          <a:off x="4637463" y="2766162"/>
          <a:ext cx="1404505" cy="72"/>
        </a:xfrm>
        <a:prstGeom prst="rect">
          <a:avLst/>
        </a:prstGeom>
        <a:solidFill>
          <a:schemeClr val="accent5">
            <a:hueOff val="-7726349"/>
            <a:satOff val="30964"/>
            <a:lumOff val="6711"/>
            <a:alphaOff val="0"/>
          </a:schemeClr>
        </a:solidFill>
        <a:ln w="25400" cap="flat" cmpd="sng" algn="ctr">
          <a:solidFill>
            <a:schemeClr val="accent5">
              <a:hueOff val="-7726349"/>
              <a:satOff val="30964"/>
              <a:lumOff val="67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202C0-AFE7-544A-9463-D4858EB5911E}">
      <dsp:nvSpPr>
        <dsp:cNvPr id="0" name=""/>
        <dsp:cNvSpPr/>
      </dsp:nvSpPr>
      <dsp:spPr>
        <a:xfrm>
          <a:off x="6182420" y="799925"/>
          <a:ext cx="1404505" cy="1966308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01" tIns="330200" rIns="10950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Annotate key points; avoid unnecessary 3D effects.</a:t>
          </a:r>
        </a:p>
      </dsp:txBody>
      <dsp:txXfrm>
        <a:off x="6182420" y="1547123"/>
        <a:ext cx="1404505" cy="1179784"/>
      </dsp:txXfrm>
    </dsp:sp>
    <dsp:sp modelId="{2218C1ED-A4B6-C24B-B84F-A24FBE8C1CD1}">
      <dsp:nvSpPr>
        <dsp:cNvPr id="0" name=""/>
        <dsp:cNvSpPr/>
      </dsp:nvSpPr>
      <dsp:spPr>
        <a:xfrm>
          <a:off x="6589726" y="996556"/>
          <a:ext cx="589892" cy="589892"/>
        </a:xfrm>
        <a:prstGeom prst="ellipse">
          <a:avLst/>
        </a:prstGeom>
        <a:solidFill>
          <a:schemeClr val="accent5">
            <a:hueOff val="-8830112"/>
            <a:satOff val="35388"/>
            <a:lumOff val="7669"/>
            <a:alphaOff val="0"/>
          </a:schemeClr>
        </a:solidFill>
        <a:ln w="25400" cap="flat" cmpd="sng" algn="ctr">
          <a:solidFill>
            <a:schemeClr val="accent5">
              <a:hueOff val="-8830112"/>
              <a:satOff val="35388"/>
              <a:lumOff val="76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90" tIns="12700" rIns="4599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5</a:t>
          </a:r>
        </a:p>
      </dsp:txBody>
      <dsp:txXfrm>
        <a:off x="6676114" y="1082944"/>
        <a:ext cx="417116" cy="417116"/>
      </dsp:txXfrm>
    </dsp:sp>
    <dsp:sp modelId="{17016E1F-18CD-4B43-A14C-2EF481496079}">
      <dsp:nvSpPr>
        <dsp:cNvPr id="0" name=""/>
        <dsp:cNvSpPr/>
      </dsp:nvSpPr>
      <dsp:spPr>
        <a:xfrm>
          <a:off x="6182420" y="2766162"/>
          <a:ext cx="1404505" cy="72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Visualization Cheatsheet — Chart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Soumya Banerjee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9C0BAA-3FDB-A2C3-21C6-30F74C0431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21326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Quick reference — when to use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D1C806-457B-5639-3EA2-9F17B0F4B7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008680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— Line chart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320" y="2718054"/>
            <a:ext cx="2579180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1500"/>
              <a:t>Use line charts for continuous trends and seasonality. Keep series count low; consider small multiples.</a:t>
            </a:r>
          </a:p>
        </p:txBody>
      </p:sp>
      <p:pic>
        <p:nvPicPr>
          <p:cNvPr id="3" name="Picture 2" descr="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532477"/>
            <a:ext cx="5191506" cy="3893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— Grouped bar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485" y="4872922"/>
            <a:ext cx="2949980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200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Grouped bars compare subgroups. Use stacked bars to show composition when appropriate.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 descr="group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427834"/>
            <a:ext cx="5134772" cy="38510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— Histogram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485" y="4872922"/>
            <a:ext cx="2949980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200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Histograms show distribution shape; discuss bin width effects.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767" y="1550889"/>
            <a:ext cx="4806627" cy="36049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— Box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485" y="4872922"/>
            <a:ext cx="2949980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200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 plots summarize center, spread, and outliers; good for comparisons.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767" y="1550889"/>
            <a:ext cx="4806627" cy="36049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— Scatter (bubble)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8610" y="2684095"/>
            <a:ext cx="3332365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1600"/>
              <a:t>Scatter plots show correlation and clusters; bubble encodes a third variable by area (use cautiously).</a:t>
            </a:r>
          </a:p>
        </p:txBody>
      </p:sp>
      <p:pic>
        <p:nvPicPr>
          <p:cNvPr id="3" name="Picture 2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62" y="1589954"/>
            <a:ext cx="4830318" cy="36227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7200"/>
            <a:ext cx="7934706" cy="1188720"/>
          </a:xfrm>
        </p:spPr>
        <p:txBody>
          <a:bodyPr>
            <a:normAutofit/>
          </a:bodyPr>
          <a:lstStyle/>
          <a:p>
            <a:r>
              <a:rPr lang="en-GB" sz="3500">
                <a:solidFill>
                  <a:schemeClr val="tx2"/>
                </a:solidFill>
              </a:rPr>
              <a:t>Best-practice checklist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553998" y="473861"/>
            <a:ext cx="3142400" cy="2037604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1809166" cy="1810094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BC676C-3737-0FA4-B181-BC5BB1709B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839846"/>
              </p:ext>
            </p:extLst>
          </p:nvPr>
        </p:nvGraphicFramePr>
        <p:xfrm>
          <a:off x="777240" y="2543633"/>
          <a:ext cx="758952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classroom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Pick the right chart: choose &amp; justify for three analysis questions.</a:t>
            </a:r>
          </a:p>
          <a:p>
            <a:pPr>
              <a:defRPr sz="1800"/>
            </a:pPr>
            <a:r>
              <a:t>Tufte rework: simplify a messy dashboard (data-ink ratio critique).</a:t>
            </a:r>
          </a:p>
          <a:p>
            <a:pPr>
              <a:defRPr sz="1800"/>
            </a:pPr>
            <a:r>
              <a:t>Perception lab: bar vs pie vs donut — which yields most accurate estimates?</a:t>
            </a:r>
          </a:p>
          <a:p>
            <a:pPr>
              <a:defRPr sz="1800"/>
            </a:pPr>
            <a:r>
              <a:t>Small multiples: visualize many time series effectively.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Edward Tufte — The Visual Display of Quantitative Information (introduce key principles)</a:t>
            </a:r>
          </a:p>
          <a:p>
            <a:pPr>
              <a:defRPr sz="1800"/>
            </a:pPr>
            <a:r>
              <a:rPr dirty="0"/>
              <a:t>Color &amp; accessibility guidelines (discuss colorblind palettes and </a:t>
            </a:r>
            <a:r>
              <a:t>contrast)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352</Words>
  <Application>Microsoft Macintosh PowerPoint</Application>
  <PresentationFormat>On-screen Show (4:3)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Visualization Cheatsheet — Chart Types</vt:lpstr>
      <vt:lpstr>Overview</vt:lpstr>
      <vt:lpstr>Quick reference — when to use</vt:lpstr>
      <vt:lpstr>Example — Line chart</vt:lpstr>
      <vt:lpstr>Example — Grouped bar chart</vt:lpstr>
      <vt:lpstr>Example — Histogram</vt:lpstr>
      <vt:lpstr>Example — Box plot</vt:lpstr>
      <vt:lpstr>Example — Scatter (bubble)</vt:lpstr>
      <vt:lpstr>Best-practice checklist</vt:lpstr>
      <vt:lpstr>Suggested classroom exercises</vt:lpstr>
      <vt:lpstr>References &amp; further reading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Soumya Banerjee</cp:lastModifiedBy>
  <cp:revision>4</cp:revision>
  <dcterms:created xsi:type="dcterms:W3CDTF">2013-01-27T09:14:16Z</dcterms:created>
  <dcterms:modified xsi:type="dcterms:W3CDTF">2026-01-14T17:18:07Z</dcterms:modified>
  <cp:category/>
</cp:coreProperties>
</file>